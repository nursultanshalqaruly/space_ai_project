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Coda" charset="0"/>
      <p:regular r:id="rId18"/>
    </p:embeddedFont>
    <p:embeddedFont>
      <p:font typeface="微软雅黑" pitchFamily="34" charset="-122"/>
      <p:regular r:id="rId19"/>
      <p:bold r:id="rId20"/>
    </p:embeddedFont>
    <p:embeddedFont>
      <p:font typeface="Quattrocento Sans" charset="0"/>
      <p:regular r:id="rId21"/>
    </p:embeddedFont>
    <p:embeddedFont>
      <p:font typeface="MiSans" charset="-122"/>
      <p:regular r:id="rId22"/>
    </p:embeddedFont>
    <p:embeddedFont>
      <p:font typeface="Liter" charset="0"/>
      <p:regular r:id="rId23"/>
    </p:embeddedFont>
    <p:embeddedFont>
      <p:font typeface="Calibri" pitchFamily="34" charset="0"/>
      <p:regular r:id="rId24"/>
      <p:bold r:id="rId25"/>
      <p:italic r:id="rId26"/>
      <p:boldItalic r:id="rId2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6" d="100"/>
          <a:sy n="96" d="100"/>
        </p:scale>
        <p:origin x="-149" y="-1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51E6E-77BA-455C-84CF-34BECDC2F8D0}" type="datetimeFigureOut">
              <a:rPr lang="ru-RU" smtClean="0"/>
              <a:t>27.02.2026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56FF0-8DD0-4A8F-AD92-BF11075B9F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257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3f7903a537d1027835c67760afce8d2a007bc8b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50816">
                  <a:alpha val="80000"/>
                </a:srgbClr>
              </a:gs>
              <a:gs pos="50000">
                <a:srgbClr val="050816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118991" y="2069306"/>
            <a:ext cx="4008120" cy="312420"/>
          </a:xfrm>
          <a:custGeom>
            <a:avLst/>
            <a:gdLst/>
            <a:ahLst/>
            <a:cxnLst/>
            <a:rect l="l" t="t" r="r" b="b"/>
            <a:pathLst>
              <a:path w="4008120" h="312420">
                <a:moveTo>
                  <a:pt x="156210" y="0"/>
                </a:moveTo>
                <a:lnTo>
                  <a:pt x="3851910" y="0"/>
                </a:lnTo>
                <a:cubicBezTo>
                  <a:pt x="3938182" y="0"/>
                  <a:pt x="4008120" y="69938"/>
                  <a:pt x="4008120" y="156210"/>
                </a:cubicBezTo>
                <a:lnTo>
                  <a:pt x="4008120" y="156210"/>
                </a:lnTo>
                <a:cubicBezTo>
                  <a:pt x="4008120" y="242482"/>
                  <a:pt x="3938182" y="312420"/>
                  <a:pt x="3851910" y="312420"/>
                </a:cubicBezTo>
                <a:lnTo>
                  <a:pt x="156210" y="312420"/>
                </a:lnTo>
                <a:cubicBezTo>
                  <a:pt x="69938" y="312420"/>
                  <a:pt x="0" y="242482"/>
                  <a:pt x="0" y="156210"/>
                </a:cubicBezTo>
                <a:lnTo>
                  <a:pt x="0" y="156210"/>
                </a:lnTo>
                <a:cubicBezTo>
                  <a:pt x="0" y="69938"/>
                  <a:pt x="69938" y="0"/>
                  <a:pt x="1562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5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248626" y="218741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" name="Text 3"/>
          <p:cNvSpPr/>
          <p:nvPr/>
        </p:nvSpPr>
        <p:spPr>
          <a:xfrm>
            <a:off x="4448651" y="2149316"/>
            <a:ext cx="3486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kern="0" spc="180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Веб-платформа ғылыми зерттеулер үшін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054555" y="2328267"/>
            <a:ext cx="4082891" cy="81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gradFill flip="none" rotWithShape="1">
                  <a:gsLst>
                    <a:gs pos="0">
                      <a:srgbClr val="E5E7EB"/>
                    </a:gs>
                    <a:gs pos="50000">
                      <a:srgbClr val="A5B4FC"/>
                    </a:gs>
                    <a:gs pos="100000">
                      <a:srgbClr val="06B6D4"/>
                    </a:gs>
                  </a:gsLst>
                  <a:lin ang="0" scaled="1"/>
                </a:gradFill>
                <a:latin typeface="Liter" pitchFamily="34" charset="0"/>
                <a:ea typeface="Liter" pitchFamily="34" charset="-122"/>
                <a:cs typeface="Liter" pitchFamily="34" charset="-120"/>
              </a:rPr>
              <a:t>Space Explorer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88381" y="3248382"/>
            <a:ext cx="3819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9CA3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Ғарыш нысандарын зерттеу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64669" y="3896082"/>
            <a:ext cx="60674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Планеталар, галактикалар, тұмандықтар және жасанды спутниктер туралы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ақпаратты жинау, талдау және зерттеуге арналған веб-платформа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13522" y="486287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3337" y="83344"/>
                </a:moveTo>
                <a:lnTo>
                  <a:pt x="6381" y="83344"/>
                </a:lnTo>
                <a:cubicBezTo>
                  <a:pt x="-104" y="83344"/>
                  <a:pt x="-4089" y="76286"/>
                  <a:pt x="-755" y="70712"/>
                </a:cubicBezTo>
                <a:lnTo>
                  <a:pt x="13022" y="47740"/>
                </a:lnTo>
                <a:cubicBezTo>
                  <a:pt x="15288" y="43964"/>
                  <a:pt x="19351" y="41672"/>
                  <a:pt x="23753" y="41672"/>
                </a:cubicBezTo>
                <a:lnTo>
                  <a:pt x="48496" y="41672"/>
                </a:lnTo>
                <a:cubicBezTo>
                  <a:pt x="68316" y="8100"/>
                  <a:pt x="97877" y="6407"/>
                  <a:pt x="117645" y="9298"/>
                </a:cubicBezTo>
                <a:cubicBezTo>
                  <a:pt x="120979" y="9793"/>
                  <a:pt x="123583" y="12397"/>
                  <a:pt x="124052" y="15705"/>
                </a:cubicBezTo>
                <a:cubicBezTo>
                  <a:pt x="126943" y="35473"/>
                  <a:pt x="125250" y="65034"/>
                  <a:pt x="91678" y="84854"/>
                </a:cubicBezTo>
                <a:lnTo>
                  <a:pt x="91678" y="109597"/>
                </a:lnTo>
                <a:cubicBezTo>
                  <a:pt x="91678" y="113999"/>
                  <a:pt x="89386" y="118062"/>
                  <a:pt x="85610" y="120328"/>
                </a:cubicBezTo>
                <a:lnTo>
                  <a:pt x="62638" y="134105"/>
                </a:lnTo>
                <a:cubicBezTo>
                  <a:pt x="57090" y="137439"/>
                  <a:pt x="50006" y="133428"/>
                  <a:pt x="50006" y="126969"/>
                </a:cubicBezTo>
                <a:lnTo>
                  <a:pt x="50006" y="100013"/>
                </a:lnTo>
                <a:cubicBezTo>
                  <a:pt x="50006" y="90819"/>
                  <a:pt x="42531" y="83344"/>
                  <a:pt x="33337" y="83344"/>
                </a:cubicBezTo>
                <a:lnTo>
                  <a:pt x="33311" y="83344"/>
                </a:lnTo>
                <a:close/>
                <a:moveTo>
                  <a:pt x="104180" y="41672"/>
                </a:moveTo>
                <a:cubicBezTo>
                  <a:pt x="104180" y="34772"/>
                  <a:pt x="98578" y="29170"/>
                  <a:pt x="91678" y="29170"/>
                </a:cubicBezTo>
                <a:cubicBezTo>
                  <a:pt x="84778" y="29170"/>
                  <a:pt x="79177" y="34772"/>
                  <a:pt x="79177" y="41672"/>
                </a:cubicBezTo>
                <a:cubicBezTo>
                  <a:pt x="79177" y="48572"/>
                  <a:pt x="84778" y="54173"/>
                  <a:pt x="91678" y="54173"/>
                </a:cubicBezTo>
                <a:cubicBezTo>
                  <a:pt x="98578" y="54173"/>
                  <a:pt x="104180" y="48572"/>
                  <a:pt x="104180" y="41672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1" name="Text 8"/>
          <p:cNvSpPr/>
          <p:nvPr/>
        </p:nvSpPr>
        <p:spPr>
          <a:xfrm>
            <a:off x="3604022" y="4834295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 · ESA · JPL дереккөздері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736074" y="486287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5926574" y="4834295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Қазақ тілінде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077433" y="486287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7276267" y="4834295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HTML5 · CSS3 · JavaScript</a:t>
            </a:r>
            <a:endParaRPr lang="en-US" sz="1600" dirty="0"/>
          </a:p>
        </p:txBody>
      </p:sp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148032" y="163497"/>
            <a:ext cx="397095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Маңғыстау облысы білім басқармасы</a:t>
            </a:r>
            <a:endParaRPr kumimoji="0" lang="ru-RU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Мұнайлы ауданы бойынша білім бөлімі </a:t>
            </a:r>
            <a:endParaRPr kumimoji="0" lang="ru-RU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«№19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жалпы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білім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беретін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мектеп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» КММ</a:t>
            </a:r>
            <a:endParaRPr kumimoji="0" lang="ru-RU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  <a:latin typeface="Calibri" pitchFamily="34" charset="0"/>
              <a:ea typeface="Microsoft YaHei" pitchFamily="34" charset="-122"/>
              <a:cs typeface="Calibr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Шыхмұратов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Нұртас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,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Чытырбаева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 Жулдыз</a:t>
            </a:r>
            <a:endParaRPr kumimoji="0" lang="ru-RU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k-KZ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«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Orbital thinkers</a:t>
            </a:r>
            <a:r>
              <a:rPr kumimoji="0" lang="kk-KZ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» </a:t>
            </a:r>
            <a:r>
              <a:rPr kumimoji="0" lang="kk-KZ" sz="1600" b="0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Microsoft YaHei" pitchFamily="34" charset="-122"/>
                <a:cs typeface="Calibri" pitchFamily="34" charset="0"/>
              </a:rPr>
              <a:t>командасы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k-KZ" sz="1600" b="1" dirty="0" smtClean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0"/>
              </a:rPr>
              <a:t>Жетекші:</a:t>
            </a:r>
            <a:r>
              <a:rPr lang="kk-KZ" sz="1600" dirty="0" smtClean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0"/>
              </a:rPr>
              <a:t> Сәулебаев Нұрсұлтан Шалқарұлы</a:t>
            </a:r>
            <a:endParaRPr kumimoji="0" lang="kk-KZ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Мазмұны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838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384810" y="1108710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1020" y="12649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6" name="Text 4"/>
          <p:cNvSpPr/>
          <p:nvPr/>
        </p:nvSpPr>
        <p:spPr>
          <a:xfrm>
            <a:off x="498157" y="126492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4420" y="1264920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Жобаның сипаттамасы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4420" y="1569720"/>
            <a:ext cx="420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 Explorer платформасының негізгі мақсаты мен функционалы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2210" y="1108710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8420" y="12649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11" name="Text 9"/>
          <p:cNvSpPr/>
          <p:nvPr/>
        </p:nvSpPr>
        <p:spPr>
          <a:xfrm>
            <a:off x="6365557" y="126492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41820" y="1264920"/>
            <a:ext cx="3457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Мақсат пен міндеттер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1820" y="1569720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Жобаның негізгі мақсаттары мен шешілетін міндеттері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2038350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1020" y="21945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498157" y="219456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4420" y="219456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Технологиялық стек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4420" y="2499360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Қолданылған технологиялар: HTML5, CSS3, JavaScript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2210" y="2038350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8420" y="21945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21" name="Text 19"/>
          <p:cNvSpPr/>
          <p:nvPr/>
        </p:nvSpPr>
        <p:spPr>
          <a:xfrm>
            <a:off x="6365557" y="219456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1820" y="2194560"/>
            <a:ext cx="3076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Функционалдық мүмкіндіктер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1820" y="2499360"/>
            <a:ext cx="3057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Іздеу, фильтрация, карталар және анимациялар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810" y="2967991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1020" y="3124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26" name="Text 24"/>
          <p:cNvSpPr/>
          <p:nvPr/>
        </p:nvSpPr>
        <p:spPr>
          <a:xfrm>
            <a:off x="498157" y="31242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74420" y="3124200"/>
            <a:ext cx="359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Деректер базасы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74420" y="3429000"/>
            <a:ext cx="3571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астрономиялық объект және олардың сипаттамалары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52210" y="2967991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8420" y="3124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31" name="Text 29"/>
          <p:cNvSpPr/>
          <p:nvPr/>
        </p:nvSpPr>
        <p:spPr>
          <a:xfrm>
            <a:off x="6365557" y="312420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1820" y="3124200"/>
            <a:ext cx="3190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Дизайн жүйесі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41820" y="3429000"/>
            <a:ext cx="317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Космостық эстетика, түс палитрасы, анимациялар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810" y="3897630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1020" y="40538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36" name="Text 34"/>
          <p:cNvSpPr/>
          <p:nvPr/>
        </p:nvSpPr>
        <p:spPr>
          <a:xfrm>
            <a:off x="498157" y="405384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74420" y="4053840"/>
            <a:ext cx="3124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Интерактивтілік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74420" y="435864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JavaScript логикасы және DOM манипуляциялары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52210" y="3897630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8420" y="40538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41" name="Text 39"/>
          <p:cNvSpPr/>
          <p:nvPr/>
        </p:nvSpPr>
        <p:spPr>
          <a:xfrm>
            <a:off x="6365557" y="405384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41820" y="4053840"/>
            <a:ext cx="3552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Ғарыш зерттеулерінің маңыздылығы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41820" y="4358640"/>
            <a:ext cx="3533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Ғарышты зерттеудің ғылыми және практикалық маңызы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4810" y="4827270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1020" y="49834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46" name="Text 44"/>
          <p:cNvSpPr/>
          <p:nvPr/>
        </p:nvSpPr>
        <p:spPr>
          <a:xfrm>
            <a:off x="498157" y="4983481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74420" y="4983481"/>
            <a:ext cx="2581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NASA ашылмалары 2025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74420" y="5288281"/>
            <a:ext cx="2562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жылғы негізгі ғарыштық жетістіктер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52210" y="4827270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8420" y="498348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51" name="Text 49"/>
          <p:cNvSpPr/>
          <p:nvPr/>
        </p:nvSpPr>
        <p:spPr>
          <a:xfrm>
            <a:off x="6365557" y="4983481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41820" y="4983481"/>
            <a:ext cx="254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James Webb телескопы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41820" y="5288281"/>
            <a:ext cx="252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JWST-тың революциялық ашылмалары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4810" y="5756910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1020" y="5913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56" name="Text 54"/>
          <p:cNvSpPr/>
          <p:nvPr/>
        </p:nvSpPr>
        <p:spPr>
          <a:xfrm>
            <a:off x="498157" y="591312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74420" y="5913120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Болашақ жоспарлар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74420" y="621792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Жобаны дамыту жоспарлары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252210" y="5756910"/>
            <a:ext cx="5551170" cy="807720"/>
          </a:xfrm>
          <a:custGeom>
            <a:avLst/>
            <a:gdLst/>
            <a:ahLst/>
            <a:cxnLst/>
            <a:rect l="l" t="t" r="r" b="b"/>
            <a:pathLst>
              <a:path w="5551170" h="807720">
                <a:moveTo>
                  <a:pt x="114300" y="0"/>
                </a:moveTo>
                <a:lnTo>
                  <a:pt x="5436870" y="0"/>
                </a:lnTo>
                <a:cubicBezTo>
                  <a:pt x="5499996" y="0"/>
                  <a:pt x="5551170" y="51174"/>
                  <a:pt x="5551170" y="114300"/>
                </a:cubicBezTo>
                <a:lnTo>
                  <a:pt x="5551170" y="693420"/>
                </a:lnTo>
                <a:cubicBezTo>
                  <a:pt x="5551170" y="756546"/>
                  <a:pt x="5499996" y="807720"/>
                  <a:pt x="54368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08420" y="5913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61" name="Text 59"/>
          <p:cNvSpPr/>
          <p:nvPr/>
        </p:nvSpPr>
        <p:spPr>
          <a:xfrm>
            <a:off x="6365557" y="591312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941820" y="5913120"/>
            <a:ext cx="321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Қорытынды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941820" y="6217920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Жобаның негізгі нәтижелері мен артықшылықтары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350520" cy="236220"/>
          </a:xfrm>
          <a:custGeom>
            <a:avLst/>
            <a:gdLst/>
            <a:ahLst/>
            <a:cxnLst/>
            <a:rect l="l" t="t" r="r" b="b"/>
            <a:pathLst>
              <a:path w="350520" h="236220">
                <a:moveTo>
                  <a:pt x="118110" y="0"/>
                </a:moveTo>
                <a:lnTo>
                  <a:pt x="232410" y="0"/>
                </a:lnTo>
                <a:cubicBezTo>
                  <a:pt x="297597" y="0"/>
                  <a:pt x="350520" y="52923"/>
                  <a:pt x="350520" y="118110"/>
                </a:cubicBezTo>
                <a:lnTo>
                  <a:pt x="350520" y="118110"/>
                </a:lnTo>
                <a:cubicBezTo>
                  <a:pt x="350520" y="183297"/>
                  <a:pt x="297597" y="236220"/>
                  <a:pt x="232410" y="236220"/>
                </a:cubicBezTo>
                <a:lnTo>
                  <a:pt x="118110" y="236220"/>
                </a:lnTo>
                <a:cubicBezTo>
                  <a:pt x="52880" y="236220"/>
                  <a:pt x="0" y="183340"/>
                  <a:pt x="0" y="118110"/>
                </a:cubicBezTo>
                <a:lnTo>
                  <a:pt x="0" y="118110"/>
                </a:lnTo>
                <a:cubicBezTo>
                  <a:pt x="0" y="52880"/>
                  <a:pt x="52880" y="0"/>
                  <a:pt x="1181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26720"/>
            <a:ext cx="171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0092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Жобаның сипаттамасы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58121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4810" y="1352431"/>
            <a:ext cx="5589270" cy="1798320"/>
          </a:xfrm>
          <a:custGeom>
            <a:avLst/>
            <a:gdLst/>
            <a:ahLst/>
            <a:cxnLst/>
            <a:rect l="l" t="t" r="r" b="b"/>
            <a:pathLst>
              <a:path w="5589270" h="1798320">
                <a:moveTo>
                  <a:pt x="114301" y="0"/>
                </a:moveTo>
                <a:lnTo>
                  <a:pt x="5474969" y="0"/>
                </a:lnTo>
                <a:cubicBezTo>
                  <a:pt x="5538096" y="0"/>
                  <a:pt x="5589270" y="51174"/>
                  <a:pt x="5589270" y="114301"/>
                </a:cubicBezTo>
                <a:lnTo>
                  <a:pt x="5589270" y="1684019"/>
                </a:lnTo>
                <a:cubicBezTo>
                  <a:pt x="5589270" y="1747103"/>
                  <a:pt x="5538053" y="1798320"/>
                  <a:pt x="547496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54674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86276" y="165151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6638" y="2344"/>
                </a:moveTo>
                <a:cubicBezTo>
                  <a:pt x="69786" y="-804"/>
                  <a:pt x="74875" y="-804"/>
                  <a:pt x="77990" y="2344"/>
                </a:cubicBezTo>
                <a:lnTo>
                  <a:pt x="107926" y="32281"/>
                </a:lnTo>
                <a:lnTo>
                  <a:pt x="126344" y="13863"/>
                </a:lnTo>
                <a:cubicBezTo>
                  <a:pt x="130530" y="9678"/>
                  <a:pt x="137327" y="9678"/>
                  <a:pt x="141513" y="13863"/>
                </a:cubicBezTo>
                <a:lnTo>
                  <a:pt x="157587" y="29937"/>
                </a:lnTo>
                <a:cubicBezTo>
                  <a:pt x="161772" y="34123"/>
                  <a:pt x="161772" y="40920"/>
                  <a:pt x="157587" y="45106"/>
                </a:cubicBezTo>
                <a:lnTo>
                  <a:pt x="139169" y="63524"/>
                </a:lnTo>
                <a:lnTo>
                  <a:pt x="169106" y="93460"/>
                </a:lnTo>
                <a:cubicBezTo>
                  <a:pt x="172254" y="96608"/>
                  <a:pt x="172254" y="101698"/>
                  <a:pt x="169106" y="104812"/>
                </a:cubicBezTo>
                <a:lnTo>
                  <a:pt x="136959" y="136959"/>
                </a:lnTo>
                <a:cubicBezTo>
                  <a:pt x="133811" y="140107"/>
                  <a:pt x="128721" y="140107"/>
                  <a:pt x="125607" y="136959"/>
                </a:cubicBezTo>
                <a:lnTo>
                  <a:pt x="95670" y="107022"/>
                </a:lnTo>
                <a:lnTo>
                  <a:pt x="90480" y="112213"/>
                </a:lnTo>
                <a:cubicBezTo>
                  <a:pt x="94298" y="120450"/>
                  <a:pt x="96441" y="129626"/>
                  <a:pt x="96441" y="139303"/>
                </a:cubicBezTo>
                <a:cubicBezTo>
                  <a:pt x="96441" y="149918"/>
                  <a:pt x="93862" y="159897"/>
                  <a:pt x="89342" y="168704"/>
                </a:cubicBezTo>
                <a:cubicBezTo>
                  <a:pt x="87768" y="171718"/>
                  <a:pt x="83749" y="172153"/>
                  <a:pt x="81372" y="169742"/>
                </a:cubicBezTo>
                <a:lnTo>
                  <a:pt x="49124" y="137495"/>
                </a:lnTo>
                <a:lnTo>
                  <a:pt x="29033" y="157587"/>
                </a:lnTo>
                <a:cubicBezTo>
                  <a:pt x="24847" y="161772"/>
                  <a:pt x="18049" y="161772"/>
                  <a:pt x="13863" y="157587"/>
                </a:cubicBezTo>
                <a:cubicBezTo>
                  <a:pt x="9678" y="153401"/>
                  <a:pt x="9678" y="146603"/>
                  <a:pt x="13863" y="142417"/>
                </a:cubicBezTo>
                <a:lnTo>
                  <a:pt x="33955" y="122326"/>
                </a:lnTo>
                <a:lnTo>
                  <a:pt x="1708" y="90078"/>
                </a:lnTo>
                <a:cubicBezTo>
                  <a:pt x="-703" y="87667"/>
                  <a:pt x="-268" y="83649"/>
                  <a:pt x="2746" y="82108"/>
                </a:cubicBezTo>
                <a:cubicBezTo>
                  <a:pt x="11553" y="77554"/>
                  <a:pt x="21565" y="75009"/>
                  <a:pt x="32147" y="75009"/>
                </a:cubicBezTo>
                <a:cubicBezTo>
                  <a:pt x="41824" y="75009"/>
                  <a:pt x="51000" y="77153"/>
                  <a:pt x="59237" y="80970"/>
                </a:cubicBezTo>
                <a:lnTo>
                  <a:pt x="64428" y="75780"/>
                </a:lnTo>
                <a:lnTo>
                  <a:pt x="34491" y="45876"/>
                </a:lnTo>
                <a:cubicBezTo>
                  <a:pt x="31343" y="42729"/>
                  <a:pt x="31343" y="37639"/>
                  <a:pt x="34491" y="34524"/>
                </a:cubicBezTo>
                <a:lnTo>
                  <a:pt x="66638" y="2344"/>
                </a:lnTo>
                <a:close/>
                <a:moveTo>
                  <a:pt x="72330" y="19389"/>
                </a:moveTo>
                <a:lnTo>
                  <a:pt x="51535" y="40184"/>
                </a:lnTo>
                <a:lnTo>
                  <a:pt x="75780" y="64428"/>
                </a:lnTo>
                <a:lnTo>
                  <a:pt x="96575" y="43633"/>
                </a:lnTo>
                <a:lnTo>
                  <a:pt x="72330" y="19389"/>
                </a:lnTo>
                <a:close/>
                <a:moveTo>
                  <a:pt x="131266" y="119915"/>
                </a:moveTo>
                <a:lnTo>
                  <a:pt x="152061" y="99120"/>
                </a:lnTo>
                <a:lnTo>
                  <a:pt x="127817" y="74875"/>
                </a:lnTo>
                <a:lnTo>
                  <a:pt x="107022" y="95670"/>
                </a:lnTo>
                <a:lnTo>
                  <a:pt x="131266" y="11991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74420" y="1603892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Space Explorer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042042"/>
            <a:ext cx="52673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Бұл </a:t>
            </a: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ғарыш нысандары туралы ақпаратты жинау, сақтау және талдауға арналған веб-платформа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Жоба планеталар, галактикалар, тұмандықтар және жасанды спутниктер туралы деректерді бір жерден ұсынуды мақсат етеді.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3407" y="28253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798195" y="2806423"/>
            <a:ext cx="1266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Қазақ тілінде жасалған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810" y="3313034"/>
            <a:ext cx="5589270" cy="1950720"/>
          </a:xfrm>
          <a:custGeom>
            <a:avLst/>
            <a:gdLst/>
            <a:ahLst/>
            <a:cxnLst/>
            <a:rect l="l" t="t" r="r" b="b"/>
            <a:pathLst>
              <a:path w="5589270" h="1950720">
                <a:moveTo>
                  <a:pt x="114293" y="0"/>
                </a:moveTo>
                <a:lnTo>
                  <a:pt x="5474977" y="0"/>
                </a:lnTo>
                <a:cubicBezTo>
                  <a:pt x="5538099" y="0"/>
                  <a:pt x="5589270" y="51171"/>
                  <a:pt x="5589270" y="114293"/>
                </a:cubicBezTo>
                <a:lnTo>
                  <a:pt x="5589270" y="1836427"/>
                </a:lnTo>
                <a:cubicBezTo>
                  <a:pt x="5589270" y="1899549"/>
                  <a:pt x="5538099" y="1950720"/>
                  <a:pt x="5474977" y="1950720"/>
                </a:cubicBezTo>
                <a:lnTo>
                  <a:pt x="114293" y="1950720"/>
                </a:lnTo>
                <a:cubicBezTo>
                  <a:pt x="51171" y="1950720"/>
                  <a:pt x="0" y="1899549"/>
                  <a:pt x="0" y="183642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3648" y="355496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798195" y="3507343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Дереккөздер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9120" y="3888343"/>
            <a:ext cx="5200650" cy="342900"/>
          </a:xfrm>
          <a:custGeom>
            <a:avLst/>
            <a:gdLst/>
            <a:ahLst/>
            <a:cxnLst/>
            <a:rect l="l" t="t" r="r" b="b"/>
            <a:pathLst>
              <a:path w="5200650" h="3429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266701"/>
                </a:lnTo>
                <a:cubicBezTo>
                  <a:pt x="5200650" y="308784"/>
                  <a:pt x="5166534" y="342900"/>
                  <a:pt x="51244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5320" y="402169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" y="3964543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</a:t>
            </a: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АҚШ ғарыш агенттігі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9120" y="4307443"/>
            <a:ext cx="5200650" cy="342900"/>
          </a:xfrm>
          <a:custGeom>
            <a:avLst/>
            <a:gdLst/>
            <a:ahLst/>
            <a:cxnLst/>
            <a:rect l="l" t="t" r="r" b="b"/>
            <a:pathLst>
              <a:path w="5200650" h="3429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266701"/>
                </a:lnTo>
                <a:cubicBezTo>
                  <a:pt x="5200650" y="308784"/>
                  <a:pt x="5166534" y="342900"/>
                  <a:pt x="51244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5320" y="444079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" y="4383643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ESA</a:t>
            </a: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Еуропа ғарыш агенттігі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9120" y="4726544"/>
            <a:ext cx="5200650" cy="342900"/>
          </a:xfrm>
          <a:custGeom>
            <a:avLst/>
            <a:gdLst/>
            <a:ahLst/>
            <a:cxnLst/>
            <a:rect l="l" t="t" r="r" b="b"/>
            <a:pathLst>
              <a:path w="5200650" h="3429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266701"/>
                </a:lnTo>
                <a:cubicBezTo>
                  <a:pt x="5200650" y="308784"/>
                  <a:pt x="5166534" y="342900"/>
                  <a:pt x="512445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55320" y="48598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845820" y="4802744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JPL</a:t>
            </a: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Jet Propulsion Laboratory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4110" y="1352431"/>
            <a:ext cx="5589270" cy="2703195"/>
          </a:xfrm>
          <a:custGeom>
            <a:avLst/>
            <a:gdLst/>
            <a:ahLst/>
            <a:cxnLst/>
            <a:rect l="l" t="t" r="r" b="b"/>
            <a:pathLst>
              <a:path w="5589270" h="2703195">
                <a:moveTo>
                  <a:pt x="114291" y="0"/>
                </a:moveTo>
                <a:lnTo>
                  <a:pt x="5474979" y="0"/>
                </a:lnTo>
                <a:cubicBezTo>
                  <a:pt x="5538100" y="0"/>
                  <a:pt x="5589270" y="51170"/>
                  <a:pt x="5589270" y="114291"/>
                </a:cubicBezTo>
                <a:lnTo>
                  <a:pt x="5589270" y="2588904"/>
                </a:lnTo>
                <a:cubicBezTo>
                  <a:pt x="5589270" y="2652025"/>
                  <a:pt x="5538100" y="2703195"/>
                  <a:pt x="5474979" y="2703195"/>
                </a:cubicBezTo>
                <a:lnTo>
                  <a:pt x="114291" y="2703195"/>
                </a:lnTo>
                <a:cubicBezTo>
                  <a:pt x="51170" y="2703195"/>
                  <a:pt x="0" y="2652025"/>
                  <a:pt x="0" y="258890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2232" y="159436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6627495" y="1546742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Негізгі компоненттер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08420" y="194679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F46E5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504504" y="1984892"/>
            <a:ext cx="95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51320" y="1927742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Hero бөлімі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51320" y="2118242"/>
            <a:ext cx="2114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Интерактивті орбиталық визуализация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8420" y="236577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F46E5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93550" y="2403872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51320" y="2346722"/>
            <a:ext cx="2371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Каталог бөлімі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51320" y="2537222"/>
            <a:ext cx="2362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Нысандар тізімі іздеу және фильтрациямен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8420" y="27847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8101" y="0"/>
                </a:moveTo>
                <a:lnTo>
                  <a:pt x="190499" y="0"/>
                </a:lnTo>
                <a:cubicBezTo>
                  <a:pt x="211528" y="0"/>
                  <a:pt x="228600" y="17072"/>
                  <a:pt x="228600" y="38101"/>
                </a:cubicBezTo>
                <a:lnTo>
                  <a:pt x="228600" y="190499"/>
                </a:lnTo>
                <a:cubicBezTo>
                  <a:pt x="228600" y="211528"/>
                  <a:pt x="211528" y="228600"/>
                  <a:pt x="190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F46E5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92121" y="2822853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51320" y="2765703"/>
            <a:ext cx="3000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Ресурстар бөлімі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51320" y="2956203"/>
            <a:ext cx="2990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Зерттеу нұсқаулары және пайдалану жөніндегі ақпарат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4110" y="4218147"/>
            <a:ext cx="5589270" cy="2255520"/>
          </a:xfrm>
          <a:custGeom>
            <a:avLst/>
            <a:gdLst/>
            <a:ahLst/>
            <a:cxnLst/>
            <a:rect l="l" t="t" r="r" b="b"/>
            <a:pathLst>
              <a:path w="5589270" h="2255520">
                <a:moveTo>
                  <a:pt x="114310" y="0"/>
                </a:moveTo>
                <a:lnTo>
                  <a:pt x="5474960" y="0"/>
                </a:lnTo>
                <a:cubicBezTo>
                  <a:pt x="5538092" y="0"/>
                  <a:pt x="5589270" y="51178"/>
                  <a:pt x="5589270" y="114310"/>
                </a:cubicBezTo>
                <a:lnTo>
                  <a:pt x="5589270" y="2141210"/>
                </a:lnTo>
                <a:cubicBezTo>
                  <a:pt x="5589270" y="2204342"/>
                  <a:pt x="5538092" y="2255520"/>
                  <a:pt x="5474960" y="2255520"/>
                </a:cubicBezTo>
                <a:lnTo>
                  <a:pt x="114310" y="2255520"/>
                </a:lnTo>
                <a:cubicBezTo>
                  <a:pt x="51178" y="2255520"/>
                  <a:pt x="0" y="2204342"/>
                  <a:pt x="0" y="2141210"/>
                </a:cubicBezTo>
                <a:lnTo>
                  <a:pt x="0" y="114310"/>
                </a:lnTo>
                <a:cubicBezTo>
                  <a:pt x="0" y="51220"/>
                  <a:pt x="51220" y="0"/>
                  <a:pt x="11431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>
                  <a:alpha val="1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0160">
            <a:solidFill>
              <a:srgbClr val="1E29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8420" y="4412456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Жоба статистикасы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1398568" y="44505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8420" y="4793456"/>
            <a:ext cx="2543175" cy="685800"/>
          </a:xfrm>
          <a:custGeom>
            <a:avLst/>
            <a:gdLst/>
            <a:ahLst/>
            <a:cxnLst/>
            <a:rect l="l" t="t" r="r" b="b"/>
            <a:pathLst>
              <a:path w="2543175" h="685800">
                <a:moveTo>
                  <a:pt x="76199" y="0"/>
                </a:moveTo>
                <a:lnTo>
                  <a:pt x="2466976" y="0"/>
                </a:lnTo>
                <a:cubicBezTo>
                  <a:pt x="2509059" y="0"/>
                  <a:pt x="2543175" y="34116"/>
                  <a:pt x="2543175" y="76199"/>
                </a:cubicBezTo>
                <a:lnTo>
                  <a:pt x="2543175" y="609601"/>
                </a:lnTo>
                <a:cubicBezTo>
                  <a:pt x="2543175" y="651684"/>
                  <a:pt x="2509059" y="685800"/>
                  <a:pt x="2466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65570" y="4907756"/>
            <a:ext cx="2428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94145" y="5212438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Нысандар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67800" y="4793456"/>
            <a:ext cx="2543175" cy="685800"/>
          </a:xfrm>
          <a:custGeom>
            <a:avLst/>
            <a:gdLst/>
            <a:ahLst/>
            <a:cxnLst/>
            <a:rect l="l" t="t" r="r" b="b"/>
            <a:pathLst>
              <a:path w="2543175" h="685800">
                <a:moveTo>
                  <a:pt x="76199" y="0"/>
                </a:moveTo>
                <a:lnTo>
                  <a:pt x="2466976" y="0"/>
                </a:lnTo>
                <a:cubicBezTo>
                  <a:pt x="2509059" y="0"/>
                  <a:pt x="2543175" y="34116"/>
                  <a:pt x="2543175" y="76199"/>
                </a:cubicBezTo>
                <a:lnTo>
                  <a:pt x="2543175" y="609601"/>
                </a:lnTo>
                <a:cubicBezTo>
                  <a:pt x="2543175" y="651684"/>
                  <a:pt x="2509059" y="685800"/>
                  <a:pt x="2466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124950" y="4907756"/>
            <a:ext cx="2428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53525" y="5212438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Типтер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8420" y="5593319"/>
            <a:ext cx="2543175" cy="685800"/>
          </a:xfrm>
          <a:custGeom>
            <a:avLst/>
            <a:gdLst/>
            <a:ahLst/>
            <a:cxnLst/>
            <a:rect l="l" t="t" r="r" b="b"/>
            <a:pathLst>
              <a:path w="2543175" h="685800">
                <a:moveTo>
                  <a:pt x="76199" y="0"/>
                </a:moveTo>
                <a:lnTo>
                  <a:pt x="2466976" y="0"/>
                </a:lnTo>
                <a:cubicBezTo>
                  <a:pt x="2509059" y="0"/>
                  <a:pt x="2543175" y="34116"/>
                  <a:pt x="2543175" y="76199"/>
                </a:cubicBezTo>
                <a:lnTo>
                  <a:pt x="2543175" y="609601"/>
                </a:lnTo>
                <a:cubicBezTo>
                  <a:pt x="2543175" y="651684"/>
                  <a:pt x="2509059" y="685800"/>
                  <a:pt x="2466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65570" y="5707619"/>
            <a:ext cx="2428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94145" y="6012300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Дереккөз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67800" y="5593319"/>
            <a:ext cx="2543175" cy="685800"/>
          </a:xfrm>
          <a:custGeom>
            <a:avLst/>
            <a:gdLst/>
            <a:ahLst/>
            <a:cxnLst/>
            <a:rect l="l" t="t" r="r" b="b"/>
            <a:pathLst>
              <a:path w="2543175" h="685800">
                <a:moveTo>
                  <a:pt x="76199" y="0"/>
                </a:moveTo>
                <a:lnTo>
                  <a:pt x="2466976" y="0"/>
                </a:lnTo>
                <a:cubicBezTo>
                  <a:pt x="2509059" y="0"/>
                  <a:pt x="2543175" y="34116"/>
                  <a:pt x="2543175" y="76199"/>
                </a:cubicBezTo>
                <a:lnTo>
                  <a:pt x="2543175" y="609601"/>
                </a:lnTo>
                <a:cubicBezTo>
                  <a:pt x="2543175" y="651684"/>
                  <a:pt x="2509059" y="685800"/>
                  <a:pt x="2466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124950" y="5707619"/>
            <a:ext cx="24288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53525" y="6012300"/>
            <a:ext cx="2371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379095" cy="236220"/>
          </a:xfrm>
          <a:custGeom>
            <a:avLst/>
            <a:gdLst/>
            <a:ahLst/>
            <a:cxnLst/>
            <a:rect l="l" t="t" r="r" b="b"/>
            <a:pathLst>
              <a:path w="379095" h="236220">
                <a:moveTo>
                  <a:pt x="118110" y="0"/>
                </a:moveTo>
                <a:lnTo>
                  <a:pt x="260985" y="0"/>
                </a:lnTo>
                <a:cubicBezTo>
                  <a:pt x="326172" y="0"/>
                  <a:pt x="379095" y="52923"/>
                  <a:pt x="379095" y="118110"/>
                </a:cubicBezTo>
                <a:lnTo>
                  <a:pt x="379095" y="118110"/>
                </a:lnTo>
                <a:cubicBezTo>
                  <a:pt x="379095" y="183297"/>
                  <a:pt x="326172" y="236220"/>
                  <a:pt x="260985" y="236220"/>
                </a:cubicBezTo>
                <a:lnTo>
                  <a:pt x="118110" y="236220"/>
                </a:lnTo>
                <a:cubicBezTo>
                  <a:pt x="52880" y="236220"/>
                  <a:pt x="0" y="183340"/>
                  <a:pt x="0" y="118110"/>
                </a:cubicBezTo>
                <a:lnTo>
                  <a:pt x="0" y="118110"/>
                </a:lnTo>
                <a:cubicBezTo>
                  <a:pt x="0" y="52880"/>
                  <a:pt x="52880" y="0"/>
                  <a:pt x="1181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26720"/>
            <a:ext cx="200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00922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Мақсат пен міндеттер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58122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4810" y="1352432"/>
            <a:ext cx="4474845" cy="5122545"/>
          </a:xfrm>
          <a:custGeom>
            <a:avLst/>
            <a:gdLst/>
            <a:ahLst/>
            <a:cxnLst/>
            <a:rect l="l" t="t" r="r" b="b"/>
            <a:pathLst>
              <a:path w="4474845" h="5122545">
                <a:moveTo>
                  <a:pt x="114288" y="0"/>
                </a:moveTo>
                <a:lnTo>
                  <a:pt x="4360557" y="0"/>
                </a:lnTo>
                <a:cubicBezTo>
                  <a:pt x="4423677" y="0"/>
                  <a:pt x="4474845" y="51168"/>
                  <a:pt x="4474845" y="114288"/>
                </a:cubicBezTo>
                <a:lnTo>
                  <a:pt x="4474845" y="5008257"/>
                </a:lnTo>
                <a:cubicBezTo>
                  <a:pt x="4474845" y="5071377"/>
                  <a:pt x="4423677" y="5122545"/>
                  <a:pt x="4360557" y="5122545"/>
                </a:cubicBezTo>
                <a:lnTo>
                  <a:pt x="114288" y="5122545"/>
                </a:lnTo>
                <a:cubicBezTo>
                  <a:pt x="51168" y="5122545"/>
                  <a:pt x="0" y="5071377"/>
                  <a:pt x="0" y="5008257"/>
                </a:cubicBezTo>
                <a:lnTo>
                  <a:pt x="0" y="114288"/>
                </a:lnTo>
                <a:cubicBezTo>
                  <a:pt x="0" y="51211"/>
                  <a:pt x="51211" y="0"/>
                  <a:pt x="114288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>
                  <a:alpha val="2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281928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12470" y="29526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50620" y="2895481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Негізгі мақсат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3428881"/>
            <a:ext cx="41624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Ғарыш нысандары туралы мәліметтерді жинап, оларды ыңғайлы форматта ұсыну.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Платформа ғылыми зерттеулер мен білім беру мақсатында қолдануға арналған.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2930" y="4575691"/>
            <a:ext cx="4074795" cy="426720"/>
          </a:xfrm>
          <a:custGeom>
            <a:avLst/>
            <a:gdLst/>
            <a:ahLst/>
            <a:cxnLst/>
            <a:rect l="l" t="t" r="r" b="b"/>
            <a:pathLst>
              <a:path w="4074795" h="426720">
                <a:moveTo>
                  <a:pt x="76199" y="0"/>
                </a:moveTo>
                <a:lnTo>
                  <a:pt x="3998596" y="0"/>
                </a:lnTo>
                <a:cubicBezTo>
                  <a:pt x="4040679" y="0"/>
                  <a:pt x="4074795" y="34116"/>
                  <a:pt x="4074795" y="76199"/>
                </a:cubicBezTo>
                <a:lnTo>
                  <a:pt x="4074795" y="350521"/>
                </a:lnTo>
                <a:cubicBezTo>
                  <a:pt x="4074795" y="392604"/>
                  <a:pt x="4040679" y="426720"/>
                  <a:pt x="3998596" y="426720"/>
                </a:cubicBezTo>
                <a:lnTo>
                  <a:pt x="76199" y="426720"/>
                </a:lnTo>
                <a:cubicBezTo>
                  <a:pt x="34144" y="426720"/>
                  <a:pt x="0" y="392576"/>
                  <a:pt x="0" y="3505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8424" y="471666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56257"/>
                </a:moveTo>
                <a:cubicBezTo>
                  <a:pt x="0" y="38989"/>
                  <a:pt x="13986" y="25003"/>
                  <a:pt x="31254" y="25003"/>
                </a:cubicBezTo>
                <a:lnTo>
                  <a:pt x="33337" y="25003"/>
                </a:lnTo>
                <a:cubicBezTo>
                  <a:pt x="37947" y="25003"/>
                  <a:pt x="41672" y="28728"/>
                  <a:pt x="41672" y="33337"/>
                </a:cubicBezTo>
                <a:cubicBezTo>
                  <a:pt x="41672" y="37947"/>
                  <a:pt x="37947" y="41672"/>
                  <a:pt x="33337" y="41672"/>
                </a:cubicBezTo>
                <a:lnTo>
                  <a:pt x="31254" y="41672"/>
                </a:lnTo>
                <a:cubicBezTo>
                  <a:pt x="23206" y="41672"/>
                  <a:pt x="16669" y="48209"/>
                  <a:pt x="16669" y="56257"/>
                </a:cubicBezTo>
                <a:lnTo>
                  <a:pt x="16669" y="58341"/>
                </a:lnTo>
                <a:lnTo>
                  <a:pt x="33337" y="58341"/>
                </a:lnTo>
                <a:cubicBezTo>
                  <a:pt x="42531" y="58341"/>
                  <a:pt x="50006" y="65816"/>
                  <a:pt x="50006" y="75009"/>
                </a:cubicBezTo>
                <a:lnTo>
                  <a:pt x="50006" y="91678"/>
                </a:lnTo>
                <a:cubicBezTo>
                  <a:pt x="50006" y="100872"/>
                  <a:pt x="42531" y="108347"/>
                  <a:pt x="33337" y="108347"/>
                </a:cubicBezTo>
                <a:lnTo>
                  <a:pt x="16669" y="108347"/>
                </a:lnTo>
                <a:cubicBezTo>
                  <a:pt x="7475" y="108347"/>
                  <a:pt x="0" y="100872"/>
                  <a:pt x="0" y="91678"/>
                </a:cubicBezTo>
                <a:lnTo>
                  <a:pt x="0" y="56257"/>
                </a:lnTo>
                <a:close/>
                <a:moveTo>
                  <a:pt x="66675" y="56257"/>
                </a:moveTo>
                <a:cubicBezTo>
                  <a:pt x="66675" y="38989"/>
                  <a:pt x="80661" y="25003"/>
                  <a:pt x="97929" y="25003"/>
                </a:cubicBezTo>
                <a:lnTo>
                  <a:pt x="100013" y="25003"/>
                </a:lnTo>
                <a:cubicBezTo>
                  <a:pt x="104622" y="25003"/>
                  <a:pt x="108347" y="28728"/>
                  <a:pt x="108347" y="33337"/>
                </a:cubicBezTo>
                <a:cubicBezTo>
                  <a:pt x="108347" y="37947"/>
                  <a:pt x="104622" y="41672"/>
                  <a:pt x="100013" y="41672"/>
                </a:cubicBezTo>
                <a:lnTo>
                  <a:pt x="97929" y="41672"/>
                </a:lnTo>
                <a:cubicBezTo>
                  <a:pt x="89881" y="41672"/>
                  <a:pt x="83344" y="48209"/>
                  <a:pt x="83344" y="56257"/>
                </a:cubicBezTo>
                <a:lnTo>
                  <a:pt x="83344" y="58341"/>
                </a:lnTo>
                <a:lnTo>
                  <a:pt x="100013" y="58341"/>
                </a:lnTo>
                <a:cubicBezTo>
                  <a:pt x="109206" y="58341"/>
                  <a:pt x="116681" y="65816"/>
                  <a:pt x="116681" y="75009"/>
                </a:cubicBezTo>
                <a:lnTo>
                  <a:pt x="116681" y="91678"/>
                </a:lnTo>
                <a:cubicBezTo>
                  <a:pt x="116681" y="100872"/>
                  <a:pt x="109206" y="108347"/>
                  <a:pt x="100013" y="108347"/>
                </a:cubicBezTo>
                <a:lnTo>
                  <a:pt x="83344" y="108347"/>
                </a:lnTo>
                <a:cubicBezTo>
                  <a:pt x="74150" y="108347"/>
                  <a:pt x="66675" y="100872"/>
                  <a:pt x="66675" y="91678"/>
                </a:cubicBezTo>
                <a:lnTo>
                  <a:pt x="66675" y="56257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929640" y="4693802"/>
            <a:ext cx="3676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Ғарышты зерттеу – адамзаттың болашағының кілті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37773" y="13867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252085" y="1348622"/>
            <a:ext cx="6657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Міндеттер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17770" y="1733432"/>
            <a:ext cx="3331845" cy="1131570"/>
          </a:xfrm>
          <a:custGeom>
            <a:avLst/>
            <a:gdLst/>
            <a:ahLst/>
            <a:cxnLst/>
            <a:rect l="l" t="t" r="r" b="b"/>
            <a:pathLst>
              <a:path w="3331845" h="1131570">
                <a:moveTo>
                  <a:pt x="114300" y="0"/>
                </a:moveTo>
                <a:lnTo>
                  <a:pt x="3217545" y="0"/>
                </a:lnTo>
                <a:cubicBezTo>
                  <a:pt x="3280671" y="0"/>
                  <a:pt x="3331845" y="51174"/>
                  <a:pt x="3331845" y="114300"/>
                </a:cubicBezTo>
                <a:lnTo>
                  <a:pt x="3331845" y="1017270"/>
                </a:lnTo>
                <a:cubicBezTo>
                  <a:pt x="3331845" y="1080354"/>
                  <a:pt x="3280629" y="1131570"/>
                  <a:pt x="3217545" y="1131570"/>
                </a:cubicBezTo>
                <a:lnTo>
                  <a:pt x="114300" y="1131570"/>
                </a:lnTo>
                <a:cubicBezTo>
                  <a:pt x="51174" y="1131570"/>
                  <a:pt x="0" y="1080396"/>
                  <a:pt x="0" y="10172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73980" y="18896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F46E5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305187" y="194679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93080" y="1927740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Каталог жасау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73980" y="2270640"/>
            <a:ext cx="30861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астрономиялық объектіні жинау: планеталар, галактикалар, тұмандықтар, спутниктер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73440" y="1733432"/>
            <a:ext cx="3331845" cy="1131570"/>
          </a:xfrm>
          <a:custGeom>
            <a:avLst/>
            <a:gdLst/>
            <a:ahLst/>
            <a:cxnLst/>
            <a:rect l="l" t="t" r="r" b="b"/>
            <a:pathLst>
              <a:path w="3331845" h="1131570">
                <a:moveTo>
                  <a:pt x="114300" y="0"/>
                </a:moveTo>
                <a:lnTo>
                  <a:pt x="3217545" y="0"/>
                </a:lnTo>
                <a:cubicBezTo>
                  <a:pt x="3280671" y="0"/>
                  <a:pt x="3331845" y="51174"/>
                  <a:pt x="3331845" y="114300"/>
                </a:cubicBezTo>
                <a:lnTo>
                  <a:pt x="3331845" y="1017270"/>
                </a:lnTo>
                <a:cubicBezTo>
                  <a:pt x="3331845" y="1080354"/>
                  <a:pt x="3280629" y="1131570"/>
                  <a:pt x="3217545" y="1131570"/>
                </a:cubicBezTo>
                <a:lnTo>
                  <a:pt x="114300" y="1131570"/>
                </a:lnTo>
                <a:cubicBezTo>
                  <a:pt x="51174" y="1131570"/>
                  <a:pt x="0" y="1080396"/>
                  <a:pt x="0" y="10172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29650" y="188964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747998" y="194679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48750" y="1927740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Іздеу жүйесі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29650" y="2270640"/>
            <a:ext cx="30861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Атауы және кілт сөз бойынша нақты уақытта іздеу функционалы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17770" y="2982158"/>
            <a:ext cx="3331845" cy="1131570"/>
          </a:xfrm>
          <a:custGeom>
            <a:avLst/>
            <a:gdLst/>
            <a:ahLst/>
            <a:cxnLst/>
            <a:rect l="l" t="t" r="r" b="b"/>
            <a:pathLst>
              <a:path w="3331845" h="1131570">
                <a:moveTo>
                  <a:pt x="114300" y="0"/>
                </a:moveTo>
                <a:lnTo>
                  <a:pt x="3217545" y="0"/>
                </a:lnTo>
                <a:cubicBezTo>
                  <a:pt x="3280671" y="0"/>
                  <a:pt x="3331845" y="51174"/>
                  <a:pt x="3331845" y="114300"/>
                </a:cubicBezTo>
                <a:lnTo>
                  <a:pt x="3331845" y="1017270"/>
                </a:lnTo>
                <a:cubicBezTo>
                  <a:pt x="3331845" y="1080354"/>
                  <a:pt x="3280629" y="1131570"/>
                  <a:pt x="3217545" y="1131570"/>
                </a:cubicBezTo>
                <a:lnTo>
                  <a:pt x="114300" y="1131570"/>
                </a:lnTo>
                <a:cubicBezTo>
                  <a:pt x="51174" y="1131570"/>
                  <a:pt x="0" y="1080396"/>
                  <a:pt x="0" y="10172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73980" y="31383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290661" y="3195519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93080" y="3176469"/>
            <a:ext cx="923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Фильтрация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73980" y="3519369"/>
            <a:ext cx="30861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тип бойынша сүзу: планеталар, галактикалар, тұмандықтар, спутниктер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73440" y="2982158"/>
            <a:ext cx="3331845" cy="1131570"/>
          </a:xfrm>
          <a:custGeom>
            <a:avLst/>
            <a:gdLst/>
            <a:ahLst/>
            <a:cxnLst/>
            <a:rect l="l" t="t" r="r" b="b"/>
            <a:pathLst>
              <a:path w="3331845" h="1131570">
                <a:moveTo>
                  <a:pt x="114300" y="0"/>
                </a:moveTo>
                <a:lnTo>
                  <a:pt x="3217545" y="0"/>
                </a:lnTo>
                <a:cubicBezTo>
                  <a:pt x="3280671" y="0"/>
                  <a:pt x="3331845" y="51174"/>
                  <a:pt x="3331845" y="114300"/>
                </a:cubicBezTo>
                <a:lnTo>
                  <a:pt x="3331845" y="1017270"/>
                </a:lnTo>
                <a:cubicBezTo>
                  <a:pt x="3331845" y="1080354"/>
                  <a:pt x="3280629" y="1131570"/>
                  <a:pt x="3217545" y="1131570"/>
                </a:cubicBezTo>
                <a:lnTo>
                  <a:pt x="114300" y="1131570"/>
                </a:lnTo>
                <a:cubicBezTo>
                  <a:pt x="51174" y="1131570"/>
                  <a:pt x="0" y="1080396"/>
                  <a:pt x="0" y="10172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9650" y="313836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748117" y="3195519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48750" y="3176469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Дереккөз сілтемелері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29650" y="3519369"/>
            <a:ext cx="30861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NASA, ESA, JPL ресми сайттарына сілтемелер қосу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17770" y="4230887"/>
            <a:ext cx="6789420" cy="912495"/>
          </a:xfrm>
          <a:custGeom>
            <a:avLst/>
            <a:gdLst/>
            <a:ahLst/>
            <a:cxnLst/>
            <a:rect l="l" t="t" r="r" b="b"/>
            <a:pathLst>
              <a:path w="6789420" h="912495">
                <a:moveTo>
                  <a:pt x="114299" y="0"/>
                </a:moveTo>
                <a:lnTo>
                  <a:pt x="6675121" y="0"/>
                </a:lnTo>
                <a:cubicBezTo>
                  <a:pt x="6738247" y="0"/>
                  <a:pt x="6789420" y="51173"/>
                  <a:pt x="6789420" y="114299"/>
                </a:cubicBezTo>
                <a:lnTo>
                  <a:pt x="6789420" y="798196"/>
                </a:lnTo>
                <a:cubicBezTo>
                  <a:pt x="6789420" y="861322"/>
                  <a:pt x="6738247" y="912495"/>
                  <a:pt x="6675121" y="912495"/>
                </a:cubicBezTo>
                <a:lnTo>
                  <a:pt x="114299" y="912495"/>
                </a:lnTo>
                <a:cubicBezTo>
                  <a:pt x="51173" y="912495"/>
                  <a:pt x="0" y="861322"/>
                  <a:pt x="0" y="79819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73980" y="438709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855F7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290423" y="4444247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593080" y="4425197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Интерактивті визуализация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73980" y="4768097"/>
            <a:ext cx="65436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Орбиталық көрсеткіштер арқылы нысандарды динамикалық түрде көрсету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379095" cy="236220"/>
          </a:xfrm>
          <a:custGeom>
            <a:avLst/>
            <a:gdLst/>
            <a:ahLst/>
            <a:cxnLst/>
            <a:rect l="l" t="t" r="r" b="b"/>
            <a:pathLst>
              <a:path w="379095" h="236220">
                <a:moveTo>
                  <a:pt x="118110" y="0"/>
                </a:moveTo>
                <a:lnTo>
                  <a:pt x="260985" y="0"/>
                </a:lnTo>
                <a:cubicBezTo>
                  <a:pt x="326172" y="0"/>
                  <a:pt x="379095" y="52923"/>
                  <a:pt x="379095" y="118110"/>
                </a:cubicBezTo>
                <a:lnTo>
                  <a:pt x="379095" y="118110"/>
                </a:lnTo>
                <a:cubicBezTo>
                  <a:pt x="379095" y="183297"/>
                  <a:pt x="326172" y="236220"/>
                  <a:pt x="260985" y="236220"/>
                </a:cubicBezTo>
                <a:lnTo>
                  <a:pt x="118110" y="236220"/>
                </a:lnTo>
                <a:cubicBezTo>
                  <a:pt x="52880" y="236220"/>
                  <a:pt x="0" y="183340"/>
                  <a:pt x="0" y="118110"/>
                </a:cubicBezTo>
                <a:lnTo>
                  <a:pt x="0" y="118110"/>
                </a:lnTo>
                <a:cubicBezTo>
                  <a:pt x="0" y="52880"/>
                  <a:pt x="52880" y="0"/>
                  <a:pt x="1181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26720"/>
            <a:ext cx="200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00922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Технологиялық стек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58122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4810" y="1352432"/>
            <a:ext cx="3703320" cy="4455795"/>
          </a:xfrm>
          <a:custGeom>
            <a:avLst/>
            <a:gdLst/>
            <a:ahLst/>
            <a:cxnLst/>
            <a:rect l="l" t="t" r="r" b="b"/>
            <a:pathLst>
              <a:path w="3703320" h="445579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341511"/>
                </a:lnTo>
                <a:cubicBezTo>
                  <a:pt x="3703320" y="4404628"/>
                  <a:pt x="3652153" y="4455795"/>
                  <a:pt x="3589036" y="4455795"/>
                </a:cubicBezTo>
                <a:lnTo>
                  <a:pt x="114284" y="4455795"/>
                </a:lnTo>
                <a:cubicBezTo>
                  <a:pt x="51167" y="4455795"/>
                  <a:pt x="0" y="4404628"/>
                  <a:pt x="0" y="434151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E34C2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E34C26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54674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E34C26"/>
              </a:gs>
              <a:gs pos="100000">
                <a:srgbClr val="F06529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41045" y="167056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17859"/>
                </a:moveTo>
                <a:lnTo>
                  <a:pt x="19478" y="238758"/>
                </a:lnTo>
                <a:lnTo>
                  <a:pt x="106877" y="267891"/>
                </a:lnTo>
                <a:lnTo>
                  <a:pt x="194835" y="238758"/>
                </a:lnTo>
                <a:lnTo>
                  <a:pt x="214313" y="17859"/>
                </a:lnTo>
                <a:lnTo>
                  <a:pt x="0" y="17859"/>
                </a:lnTo>
                <a:close/>
                <a:moveTo>
                  <a:pt x="172008" y="89241"/>
                </a:moveTo>
                <a:lnTo>
                  <a:pt x="69428" y="89241"/>
                </a:lnTo>
                <a:lnTo>
                  <a:pt x="71717" y="116811"/>
                </a:lnTo>
                <a:lnTo>
                  <a:pt x="169720" y="116811"/>
                </a:lnTo>
                <a:lnTo>
                  <a:pt x="162130" y="199634"/>
                </a:lnTo>
                <a:lnTo>
                  <a:pt x="107491" y="214703"/>
                </a:lnTo>
                <a:lnTo>
                  <a:pt x="107491" y="214871"/>
                </a:lnTo>
                <a:lnTo>
                  <a:pt x="106877" y="214871"/>
                </a:lnTo>
                <a:lnTo>
                  <a:pt x="51792" y="199634"/>
                </a:lnTo>
                <a:lnTo>
                  <a:pt x="48444" y="157330"/>
                </a:lnTo>
                <a:lnTo>
                  <a:pt x="75065" y="157330"/>
                </a:lnTo>
                <a:lnTo>
                  <a:pt x="77019" y="178594"/>
                </a:lnTo>
                <a:lnTo>
                  <a:pt x="106877" y="186686"/>
                </a:lnTo>
                <a:lnTo>
                  <a:pt x="136847" y="178594"/>
                </a:lnTo>
                <a:lnTo>
                  <a:pt x="140196" y="143880"/>
                </a:lnTo>
                <a:lnTo>
                  <a:pt x="47048" y="143880"/>
                </a:lnTo>
                <a:lnTo>
                  <a:pt x="39905" y="62619"/>
                </a:lnTo>
                <a:lnTo>
                  <a:pt x="174464" y="62619"/>
                </a:lnTo>
                <a:lnTo>
                  <a:pt x="172008" y="8924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26820" y="1603890"/>
            <a:ext cx="733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6820" y="1870590"/>
            <a:ext cx="695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Құрылым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0551" y="22706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798195" y="2232540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Семантикалық тегтер: header, main, section, footer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551" y="25373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798195" y="2499240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Accessibility: ARIA атрибуттары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0551" y="28040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798195" y="276594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SEO-ға ыңғайлы құрылым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2930" y="5223629"/>
            <a:ext cx="3303270" cy="388620"/>
          </a:xfrm>
          <a:custGeom>
            <a:avLst/>
            <a:gdLst/>
            <a:ahLst/>
            <a:cxnLst/>
            <a:rect l="l" t="t" r="r" b="b"/>
            <a:pathLst>
              <a:path w="3303270" h="388620">
                <a:moveTo>
                  <a:pt x="76201" y="0"/>
                </a:moveTo>
                <a:lnTo>
                  <a:pt x="3227069" y="0"/>
                </a:lnTo>
                <a:cubicBezTo>
                  <a:pt x="3269154" y="0"/>
                  <a:pt x="3303270" y="34116"/>
                  <a:pt x="3303270" y="76201"/>
                </a:cubicBezTo>
                <a:lnTo>
                  <a:pt x="3303270" y="312419"/>
                </a:lnTo>
                <a:cubicBezTo>
                  <a:pt x="3303270" y="354504"/>
                  <a:pt x="3269154" y="388620"/>
                  <a:pt x="32270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040" y="5341739"/>
            <a:ext cx="312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9CA3A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...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5531" y="1352432"/>
            <a:ext cx="3703320" cy="4455795"/>
          </a:xfrm>
          <a:custGeom>
            <a:avLst/>
            <a:gdLst/>
            <a:ahLst/>
            <a:cxnLst/>
            <a:rect l="l" t="t" r="r" b="b"/>
            <a:pathLst>
              <a:path w="3703320" h="445579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341511"/>
                </a:lnTo>
                <a:cubicBezTo>
                  <a:pt x="3703320" y="4404628"/>
                  <a:pt x="3652153" y="4455795"/>
                  <a:pt x="3589036" y="4455795"/>
                </a:cubicBezTo>
                <a:lnTo>
                  <a:pt x="114284" y="4455795"/>
                </a:lnTo>
                <a:cubicBezTo>
                  <a:pt x="51167" y="4455795"/>
                  <a:pt x="0" y="4404628"/>
                  <a:pt x="0" y="434151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264DE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264DE4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9841" y="154674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264DE4"/>
              </a:gs>
              <a:gs pos="100000">
                <a:srgbClr val="2965F1"/>
              </a:gs>
            </a:gsLst>
            <a:lin ang="270000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4601766" y="167056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0" y="17859"/>
                </a:moveTo>
                <a:lnTo>
                  <a:pt x="19478" y="238758"/>
                </a:lnTo>
                <a:lnTo>
                  <a:pt x="107156" y="267891"/>
                </a:lnTo>
                <a:lnTo>
                  <a:pt x="194835" y="238758"/>
                </a:lnTo>
                <a:lnTo>
                  <a:pt x="214313" y="17859"/>
                </a:lnTo>
                <a:lnTo>
                  <a:pt x="0" y="17859"/>
                </a:lnTo>
                <a:close/>
                <a:moveTo>
                  <a:pt x="174743" y="62508"/>
                </a:moveTo>
                <a:lnTo>
                  <a:pt x="172064" y="88906"/>
                </a:lnTo>
                <a:lnTo>
                  <a:pt x="107714" y="116421"/>
                </a:lnTo>
                <a:lnTo>
                  <a:pt x="107547" y="116477"/>
                </a:lnTo>
                <a:lnTo>
                  <a:pt x="169776" y="116477"/>
                </a:lnTo>
                <a:lnTo>
                  <a:pt x="162632" y="198295"/>
                </a:lnTo>
                <a:lnTo>
                  <a:pt x="107826" y="214313"/>
                </a:lnTo>
                <a:lnTo>
                  <a:pt x="52685" y="198016"/>
                </a:lnTo>
                <a:lnTo>
                  <a:pt x="49113" y="156772"/>
                </a:lnTo>
                <a:lnTo>
                  <a:pt x="76405" y="156772"/>
                </a:lnTo>
                <a:lnTo>
                  <a:pt x="78191" y="178147"/>
                </a:lnTo>
                <a:lnTo>
                  <a:pt x="107547" y="185570"/>
                </a:lnTo>
                <a:lnTo>
                  <a:pt x="138075" y="176975"/>
                </a:lnTo>
                <a:lnTo>
                  <a:pt x="140140" y="142596"/>
                </a:lnTo>
                <a:lnTo>
                  <a:pt x="47327" y="142317"/>
                </a:lnTo>
                <a:lnTo>
                  <a:pt x="47327" y="142261"/>
                </a:lnTo>
                <a:lnTo>
                  <a:pt x="47216" y="142317"/>
                </a:lnTo>
                <a:lnTo>
                  <a:pt x="45207" y="116477"/>
                </a:lnTo>
                <a:lnTo>
                  <a:pt x="107770" y="90413"/>
                </a:lnTo>
                <a:lnTo>
                  <a:pt x="111398" y="88906"/>
                </a:lnTo>
                <a:lnTo>
                  <a:pt x="42807" y="88906"/>
                </a:lnTo>
                <a:lnTo>
                  <a:pt x="39570" y="62508"/>
                </a:lnTo>
                <a:lnTo>
                  <a:pt x="174743" y="6250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87541" y="1603890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CSS3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87541" y="187059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Стильдер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61272" y="22706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4658916" y="2232540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Flexbox және Grid жүйелері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61272" y="25373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4658916" y="2499240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 айнымалылары (Custom Properties)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61272" y="28040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4658916" y="2765940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Backdrop-filter эффектілері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61272" y="30707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4658916" y="303264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Transitions және Animations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43651" y="5223629"/>
            <a:ext cx="3303270" cy="388620"/>
          </a:xfrm>
          <a:custGeom>
            <a:avLst/>
            <a:gdLst/>
            <a:ahLst/>
            <a:cxnLst/>
            <a:rect l="l" t="t" r="r" b="b"/>
            <a:pathLst>
              <a:path w="3303270" h="388620">
                <a:moveTo>
                  <a:pt x="76201" y="0"/>
                </a:moveTo>
                <a:lnTo>
                  <a:pt x="3227069" y="0"/>
                </a:lnTo>
                <a:cubicBezTo>
                  <a:pt x="3269154" y="0"/>
                  <a:pt x="3303270" y="34116"/>
                  <a:pt x="3303270" y="76201"/>
                </a:cubicBezTo>
                <a:lnTo>
                  <a:pt x="3303270" y="312419"/>
                </a:lnTo>
                <a:cubicBezTo>
                  <a:pt x="3303270" y="354504"/>
                  <a:pt x="3269154" y="388620"/>
                  <a:pt x="32270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61761" y="5341739"/>
            <a:ext cx="312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:root { --accent: #4f46e5; }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6371" y="1352432"/>
            <a:ext cx="3703320" cy="4455795"/>
          </a:xfrm>
          <a:custGeom>
            <a:avLst/>
            <a:gdLst/>
            <a:ahLst/>
            <a:cxnLst/>
            <a:rect l="l" t="t" r="r" b="b"/>
            <a:pathLst>
              <a:path w="3703320" h="4455795">
                <a:moveTo>
                  <a:pt x="114284" y="0"/>
                </a:moveTo>
                <a:lnTo>
                  <a:pt x="3589036" y="0"/>
                </a:lnTo>
                <a:cubicBezTo>
                  <a:pt x="3652153" y="0"/>
                  <a:pt x="3703320" y="51167"/>
                  <a:pt x="3703320" y="114284"/>
                </a:cubicBezTo>
                <a:lnTo>
                  <a:pt x="3703320" y="4341511"/>
                </a:lnTo>
                <a:cubicBezTo>
                  <a:pt x="3703320" y="4404628"/>
                  <a:pt x="3652153" y="4455795"/>
                  <a:pt x="3589036" y="4455795"/>
                </a:cubicBezTo>
                <a:lnTo>
                  <a:pt x="114284" y="4455795"/>
                </a:lnTo>
                <a:cubicBezTo>
                  <a:pt x="51167" y="4455795"/>
                  <a:pt x="0" y="4404628"/>
                  <a:pt x="0" y="4341511"/>
                </a:cubicBezTo>
                <a:lnTo>
                  <a:pt x="0" y="114284"/>
                </a:lnTo>
                <a:cubicBezTo>
                  <a:pt x="0" y="51209"/>
                  <a:pt x="51209" y="0"/>
                  <a:pt x="114284" y="0"/>
                </a:cubicBezTo>
                <a:close/>
              </a:path>
            </a:pathLst>
          </a:custGeom>
          <a:gradFill flip="none" rotWithShape="1">
            <a:gsLst>
              <a:gs pos="0">
                <a:srgbClr val="F7DF1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F7DF1E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00681" y="154674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7DF1E"/>
              </a:gs>
              <a:gs pos="100000">
                <a:srgbClr val="F0DB4F"/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8444746" y="167056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7859"/>
                </a:moveTo>
                <a:lnTo>
                  <a:pt x="0" y="267891"/>
                </a:lnTo>
                <a:lnTo>
                  <a:pt x="250031" y="267891"/>
                </a:lnTo>
                <a:lnTo>
                  <a:pt x="250031" y="17859"/>
                </a:lnTo>
                <a:lnTo>
                  <a:pt x="0" y="17859"/>
                </a:lnTo>
                <a:close/>
                <a:moveTo>
                  <a:pt x="136066" y="212861"/>
                </a:moveTo>
                <a:cubicBezTo>
                  <a:pt x="136066" y="237195"/>
                  <a:pt x="121779" y="248301"/>
                  <a:pt x="100961" y="248301"/>
                </a:cubicBezTo>
                <a:cubicBezTo>
                  <a:pt x="82153" y="248301"/>
                  <a:pt x="71270" y="238590"/>
                  <a:pt x="65689" y="226814"/>
                </a:cubicBezTo>
                <a:lnTo>
                  <a:pt x="84832" y="215261"/>
                </a:lnTo>
                <a:cubicBezTo>
                  <a:pt x="88516" y="221791"/>
                  <a:pt x="91864" y="227316"/>
                  <a:pt x="99957" y="227316"/>
                </a:cubicBezTo>
                <a:cubicBezTo>
                  <a:pt x="107659" y="227316"/>
                  <a:pt x="112570" y="224303"/>
                  <a:pt x="112570" y="212527"/>
                </a:cubicBezTo>
                <a:lnTo>
                  <a:pt x="112570" y="132662"/>
                </a:lnTo>
                <a:lnTo>
                  <a:pt x="136066" y="132662"/>
                </a:lnTo>
                <a:lnTo>
                  <a:pt x="136066" y="212861"/>
                </a:lnTo>
                <a:close/>
                <a:moveTo>
                  <a:pt x="191653" y="248301"/>
                </a:moveTo>
                <a:cubicBezTo>
                  <a:pt x="169831" y="248301"/>
                  <a:pt x="155711" y="237920"/>
                  <a:pt x="148847" y="224303"/>
                </a:cubicBezTo>
                <a:lnTo>
                  <a:pt x="167990" y="213252"/>
                </a:lnTo>
                <a:cubicBezTo>
                  <a:pt x="173013" y="221456"/>
                  <a:pt x="179598" y="227540"/>
                  <a:pt x="191151" y="227540"/>
                </a:cubicBezTo>
                <a:cubicBezTo>
                  <a:pt x="200862" y="227540"/>
                  <a:pt x="207113" y="222684"/>
                  <a:pt x="207113" y="215931"/>
                </a:cubicBezTo>
                <a:cubicBezTo>
                  <a:pt x="207113" y="207894"/>
                  <a:pt x="200751" y="205048"/>
                  <a:pt x="189979" y="200304"/>
                </a:cubicBezTo>
                <a:lnTo>
                  <a:pt x="184119" y="197793"/>
                </a:lnTo>
                <a:cubicBezTo>
                  <a:pt x="167153" y="190593"/>
                  <a:pt x="155935" y="181496"/>
                  <a:pt x="155935" y="162353"/>
                </a:cubicBezTo>
                <a:cubicBezTo>
                  <a:pt x="155935" y="144717"/>
                  <a:pt x="169385" y="131322"/>
                  <a:pt x="190314" y="131322"/>
                </a:cubicBezTo>
                <a:cubicBezTo>
                  <a:pt x="205271" y="131322"/>
                  <a:pt x="215987" y="136513"/>
                  <a:pt x="223689" y="150130"/>
                </a:cubicBezTo>
                <a:lnTo>
                  <a:pt x="205383" y="161851"/>
                </a:lnTo>
                <a:cubicBezTo>
                  <a:pt x="201364" y="154651"/>
                  <a:pt x="197011" y="151805"/>
                  <a:pt x="190258" y="151805"/>
                </a:cubicBezTo>
                <a:cubicBezTo>
                  <a:pt x="183393" y="151805"/>
                  <a:pt x="179040" y="156158"/>
                  <a:pt x="179040" y="161851"/>
                </a:cubicBezTo>
                <a:cubicBezTo>
                  <a:pt x="179040" y="168883"/>
                  <a:pt x="183393" y="171729"/>
                  <a:pt x="193495" y="176138"/>
                </a:cubicBezTo>
                <a:lnTo>
                  <a:pt x="199355" y="178650"/>
                </a:lnTo>
                <a:cubicBezTo>
                  <a:pt x="219335" y="187189"/>
                  <a:pt x="230553" y="195951"/>
                  <a:pt x="230553" y="215596"/>
                </a:cubicBezTo>
                <a:cubicBezTo>
                  <a:pt x="230553" y="236693"/>
                  <a:pt x="213922" y="248301"/>
                  <a:pt x="191653" y="248301"/>
                </a:cubicBezTo>
                <a:close/>
              </a:path>
            </a:pathLst>
          </a:custGeom>
          <a:solidFill>
            <a:srgbClr val="323330"/>
          </a:solidFill>
          <a:ln/>
        </p:spPr>
      </p:sp>
      <p:sp>
        <p:nvSpPr>
          <p:cNvPr id="37" name="Text 35"/>
          <p:cNvSpPr/>
          <p:nvPr/>
        </p:nvSpPr>
        <p:spPr>
          <a:xfrm>
            <a:off x="8948381" y="1603890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48381" y="187059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Логика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22112" y="22706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8519756" y="2232540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ES6+ синтаксисі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2112" y="25373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2" name="Text 40"/>
          <p:cNvSpPr/>
          <p:nvPr/>
        </p:nvSpPr>
        <p:spPr>
          <a:xfrm>
            <a:off x="8519756" y="249924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 манипуляциялары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22112" y="28040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4" name="Text 42"/>
          <p:cNvSpPr/>
          <p:nvPr/>
        </p:nvSpPr>
        <p:spPr>
          <a:xfrm>
            <a:off x="8519756" y="2765940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Оқиға өңдеуіштері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22112" y="307074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6" name="Text 44"/>
          <p:cNvSpPr/>
          <p:nvPr/>
        </p:nvSpPr>
        <p:spPr>
          <a:xfrm>
            <a:off x="8519756" y="3032640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Ванильді JS (frameworks-сыз)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04491" y="5223629"/>
            <a:ext cx="3303270" cy="388620"/>
          </a:xfrm>
          <a:custGeom>
            <a:avLst/>
            <a:gdLst/>
            <a:ahLst/>
            <a:cxnLst/>
            <a:rect l="l" t="t" r="r" b="b"/>
            <a:pathLst>
              <a:path w="3303270" h="388620">
                <a:moveTo>
                  <a:pt x="76201" y="0"/>
                </a:moveTo>
                <a:lnTo>
                  <a:pt x="3227069" y="0"/>
                </a:lnTo>
                <a:cubicBezTo>
                  <a:pt x="3269154" y="0"/>
                  <a:pt x="3303270" y="34116"/>
                  <a:pt x="3303270" y="76201"/>
                </a:cubicBezTo>
                <a:lnTo>
                  <a:pt x="3303270" y="312419"/>
                </a:lnTo>
                <a:cubicBezTo>
                  <a:pt x="3303270" y="354504"/>
                  <a:pt x="3269154" y="388620"/>
                  <a:pt x="32270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22600" y="5341739"/>
            <a:ext cx="312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 objects = [{...}, {...}];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4810" y="5970271"/>
            <a:ext cx="11418570" cy="502920"/>
          </a:xfrm>
          <a:custGeom>
            <a:avLst/>
            <a:gdLst/>
            <a:ahLst/>
            <a:cxnLst/>
            <a:rect l="l" t="t" r="r" b="b"/>
            <a:pathLst>
              <a:path w="11418570" h="502920">
                <a:moveTo>
                  <a:pt x="114299" y="0"/>
                </a:moveTo>
                <a:lnTo>
                  <a:pt x="11304271" y="0"/>
                </a:lnTo>
                <a:cubicBezTo>
                  <a:pt x="11367397" y="0"/>
                  <a:pt x="11418570" y="51173"/>
                  <a:pt x="11418570" y="114299"/>
                </a:cubicBezTo>
                <a:lnTo>
                  <a:pt x="11418570" y="388621"/>
                </a:lnTo>
                <a:cubicBezTo>
                  <a:pt x="11418570" y="451747"/>
                  <a:pt x="11367397" y="502920"/>
                  <a:pt x="11304271" y="502920"/>
                </a:cubicBezTo>
                <a:lnTo>
                  <a:pt x="114299" y="502920"/>
                </a:lnTo>
                <a:cubicBezTo>
                  <a:pt x="51173" y="502920"/>
                  <a:pt x="0" y="451747"/>
                  <a:pt x="0" y="3886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8645" y="612648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1" name="Text 49"/>
          <p:cNvSpPr/>
          <p:nvPr/>
        </p:nvSpPr>
        <p:spPr>
          <a:xfrm>
            <a:off x="893445" y="6126480"/>
            <a:ext cx="868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Артықшылық:</a:t>
            </a: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Қосымша кітапханалар қолданылмаған (jQuery, React, Vue), бұл жобаны </a:t>
            </a:r>
            <a:r>
              <a:rPr lang="en-US" sz="1050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жеңіл, жылдам және оңай қолдануға</a:t>
            </a: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айналдырады.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379095" cy="236220"/>
          </a:xfrm>
          <a:custGeom>
            <a:avLst/>
            <a:gdLst/>
            <a:ahLst/>
            <a:cxnLst/>
            <a:rect l="l" t="t" r="r" b="b"/>
            <a:pathLst>
              <a:path w="379095" h="236220">
                <a:moveTo>
                  <a:pt x="118110" y="0"/>
                </a:moveTo>
                <a:lnTo>
                  <a:pt x="260985" y="0"/>
                </a:lnTo>
                <a:cubicBezTo>
                  <a:pt x="326172" y="0"/>
                  <a:pt x="379095" y="52923"/>
                  <a:pt x="379095" y="118110"/>
                </a:cubicBezTo>
                <a:lnTo>
                  <a:pt x="379095" y="118110"/>
                </a:lnTo>
                <a:cubicBezTo>
                  <a:pt x="379095" y="183297"/>
                  <a:pt x="326172" y="236220"/>
                  <a:pt x="260985" y="236220"/>
                </a:cubicBezTo>
                <a:lnTo>
                  <a:pt x="118110" y="236220"/>
                </a:lnTo>
                <a:cubicBezTo>
                  <a:pt x="52880" y="236220"/>
                  <a:pt x="0" y="183340"/>
                  <a:pt x="0" y="118110"/>
                </a:cubicBezTo>
                <a:lnTo>
                  <a:pt x="0" y="118110"/>
                </a:lnTo>
                <a:cubicBezTo>
                  <a:pt x="0" y="52880"/>
                  <a:pt x="52880" y="0"/>
                  <a:pt x="1181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26720"/>
            <a:ext cx="200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00922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Функционалдық мүмкіндіктер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58122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4810" y="1352432"/>
            <a:ext cx="5627370" cy="1674495"/>
          </a:xfrm>
          <a:custGeom>
            <a:avLst/>
            <a:gdLst/>
            <a:ahLst/>
            <a:cxnLst/>
            <a:rect l="l" t="t" r="r" b="b"/>
            <a:pathLst>
              <a:path w="5627370" h="1674495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1560194"/>
                </a:lnTo>
                <a:cubicBezTo>
                  <a:pt x="5627370" y="1623321"/>
                  <a:pt x="5576196" y="1674495"/>
                  <a:pt x="5513069" y="1674495"/>
                </a:cubicBezTo>
                <a:lnTo>
                  <a:pt x="114301" y="1674495"/>
                </a:lnTo>
                <a:cubicBezTo>
                  <a:pt x="51174" y="1674495"/>
                  <a:pt x="0" y="1623321"/>
                  <a:pt x="0" y="156019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1020" y="15086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55320" y="16229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23825" y="61912"/>
                </a:moveTo>
                <a:cubicBezTo>
                  <a:pt x="123825" y="75575"/>
                  <a:pt x="119390" y="88196"/>
                  <a:pt x="111919" y="98435"/>
                </a:cubicBezTo>
                <a:lnTo>
                  <a:pt x="149602" y="136148"/>
                </a:lnTo>
                <a:cubicBezTo>
                  <a:pt x="153323" y="139869"/>
                  <a:pt x="153323" y="145911"/>
                  <a:pt x="149602" y="149632"/>
                </a:cubicBezTo>
                <a:cubicBezTo>
                  <a:pt x="145881" y="153353"/>
                  <a:pt x="139839" y="153353"/>
                  <a:pt x="136118" y="149632"/>
                </a:cubicBezTo>
                <a:lnTo>
                  <a:pt x="98435" y="111919"/>
                </a:lnTo>
                <a:cubicBezTo>
                  <a:pt x="88196" y="119390"/>
                  <a:pt x="75575" y="123825"/>
                  <a:pt x="61912" y="123825"/>
                </a:cubicBezTo>
                <a:cubicBezTo>
                  <a:pt x="27712" y="123825"/>
                  <a:pt x="0" y="96113"/>
                  <a:pt x="0" y="61912"/>
                </a:cubicBezTo>
                <a:cubicBezTo>
                  <a:pt x="0" y="27712"/>
                  <a:pt x="27712" y="0"/>
                  <a:pt x="61912" y="0"/>
                </a:cubicBezTo>
                <a:cubicBezTo>
                  <a:pt x="96113" y="0"/>
                  <a:pt x="123825" y="27712"/>
                  <a:pt x="123825" y="61912"/>
                </a:cubicBezTo>
                <a:close/>
                <a:moveTo>
                  <a:pt x="61912" y="104775"/>
                </a:moveTo>
                <a:cubicBezTo>
                  <a:pt x="85569" y="104775"/>
                  <a:pt x="104775" y="85569"/>
                  <a:pt x="104775" y="61912"/>
                </a:cubicBezTo>
                <a:cubicBezTo>
                  <a:pt x="104775" y="38256"/>
                  <a:pt x="85569" y="19050"/>
                  <a:pt x="61912" y="19050"/>
                </a:cubicBezTo>
                <a:cubicBezTo>
                  <a:pt x="38256" y="19050"/>
                  <a:pt x="19050" y="38256"/>
                  <a:pt x="19050" y="61912"/>
                </a:cubicBezTo>
                <a:cubicBezTo>
                  <a:pt x="19050" y="85569"/>
                  <a:pt x="38256" y="104775"/>
                  <a:pt x="61912" y="1047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36320" y="156579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Іздеу жүйесі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1020" y="2003940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Нақты уақытта жұмыс істейтін іздеу функциясы. Пайдаланушы әр таңба терген сайын нәтижелер дереу жаңарып отырады.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4830" y="2555440"/>
            <a:ext cx="5313045" cy="312420"/>
          </a:xfrm>
          <a:custGeom>
            <a:avLst/>
            <a:gdLst/>
            <a:ahLst/>
            <a:cxnLst/>
            <a:rect l="l" t="t" r="r" b="b"/>
            <a:pathLst>
              <a:path w="5313045" h="312420">
                <a:moveTo>
                  <a:pt x="76199" y="0"/>
                </a:moveTo>
                <a:lnTo>
                  <a:pt x="5236846" y="0"/>
                </a:lnTo>
                <a:cubicBezTo>
                  <a:pt x="5278929" y="0"/>
                  <a:pt x="5313045" y="34116"/>
                  <a:pt x="5313045" y="76199"/>
                </a:cubicBezTo>
                <a:lnTo>
                  <a:pt x="5313045" y="236221"/>
                </a:lnTo>
                <a:cubicBezTo>
                  <a:pt x="5313045" y="278304"/>
                  <a:pt x="5278929" y="312420"/>
                  <a:pt x="5236846" y="312420"/>
                </a:cubicBezTo>
                <a:lnTo>
                  <a:pt x="76199" y="312420"/>
                </a:lnTo>
                <a:cubicBezTo>
                  <a:pt x="34144" y="312420"/>
                  <a:pt x="0" y="278276"/>
                  <a:pt x="0" y="2362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840" y="2635448"/>
            <a:ext cx="5210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input.addEventListener('input', applyFilters)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810" y="3149678"/>
            <a:ext cx="5627370" cy="1493520"/>
          </a:xfrm>
          <a:custGeom>
            <a:avLst/>
            <a:gdLst/>
            <a:ahLst/>
            <a:cxnLst/>
            <a:rect l="l" t="t" r="r" b="b"/>
            <a:pathLst>
              <a:path w="5627370" h="1493520">
                <a:moveTo>
                  <a:pt x="114299" y="0"/>
                </a:moveTo>
                <a:lnTo>
                  <a:pt x="5513071" y="0"/>
                </a:lnTo>
                <a:cubicBezTo>
                  <a:pt x="5576197" y="0"/>
                  <a:pt x="5627370" y="51173"/>
                  <a:pt x="5627370" y="114299"/>
                </a:cubicBezTo>
                <a:lnTo>
                  <a:pt x="5627370" y="1379221"/>
                </a:lnTo>
                <a:cubicBezTo>
                  <a:pt x="5627370" y="1442347"/>
                  <a:pt x="5576197" y="1493520"/>
                  <a:pt x="5513071" y="1493520"/>
                </a:cubicBezTo>
                <a:lnTo>
                  <a:pt x="114299" y="1493520"/>
                </a:lnTo>
                <a:cubicBezTo>
                  <a:pt x="51216" y="1493520"/>
                  <a:pt x="0" y="1442304"/>
                  <a:pt x="0" y="13792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1020" y="33058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/>
              </a:gs>
              <a:gs pos="100000">
                <a:srgbClr val="4ADE80"/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655320" y="34201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5685" y="19050"/>
                  <a:pt x="2203" y="21372"/>
                  <a:pt x="714" y="24944"/>
                </a:cubicBezTo>
                <a:cubicBezTo>
                  <a:pt x="-774" y="28515"/>
                  <a:pt x="60" y="32593"/>
                  <a:pt x="2798" y="35302"/>
                </a:cubicBezTo>
                <a:lnTo>
                  <a:pt x="57150" y="89684"/>
                </a:lnTo>
                <a:lnTo>
                  <a:pt x="57150" y="123825"/>
                </a:lnTo>
                <a:cubicBezTo>
                  <a:pt x="57150" y="126355"/>
                  <a:pt x="58162" y="128766"/>
                  <a:pt x="59948" y="130552"/>
                </a:cubicBezTo>
                <a:lnTo>
                  <a:pt x="78998" y="149602"/>
                </a:lnTo>
                <a:cubicBezTo>
                  <a:pt x="81736" y="152340"/>
                  <a:pt x="85814" y="153144"/>
                  <a:pt x="89386" y="151656"/>
                </a:cubicBezTo>
                <a:cubicBezTo>
                  <a:pt x="92958" y="150168"/>
                  <a:pt x="95250" y="146715"/>
                  <a:pt x="95250" y="142875"/>
                </a:cubicBezTo>
                <a:lnTo>
                  <a:pt x="95250" y="89684"/>
                </a:lnTo>
                <a:lnTo>
                  <a:pt x="149602" y="35332"/>
                </a:lnTo>
                <a:cubicBezTo>
                  <a:pt x="152340" y="32593"/>
                  <a:pt x="153144" y="28515"/>
                  <a:pt x="151656" y="24944"/>
                </a:cubicBezTo>
                <a:cubicBezTo>
                  <a:pt x="150168" y="21372"/>
                  <a:pt x="146715" y="19050"/>
                  <a:pt x="142875" y="19050"/>
                </a:cubicBezTo>
                <a:lnTo>
                  <a:pt x="9525" y="190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36320" y="3363041"/>
            <a:ext cx="2105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Тип бойынша фильтрация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1020" y="3801191"/>
            <a:ext cx="2619375" cy="304800"/>
          </a:xfrm>
          <a:custGeom>
            <a:avLst/>
            <a:gdLst/>
            <a:ahLst/>
            <a:cxnLst/>
            <a:rect l="l" t="t" r="r" b="b"/>
            <a:pathLst>
              <a:path w="2619375" h="304800">
                <a:moveTo>
                  <a:pt x="76200" y="0"/>
                </a:moveTo>
                <a:lnTo>
                  <a:pt x="2543175" y="0"/>
                </a:lnTo>
                <a:cubicBezTo>
                  <a:pt x="2585231" y="0"/>
                  <a:pt x="2619375" y="34144"/>
                  <a:pt x="2619375" y="76200"/>
                </a:cubicBezTo>
                <a:lnTo>
                  <a:pt x="2619375" y="228600"/>
                </a:lnTo>
                <a:cubicBezTo>
                  <a:pt x="2619375" y="270656"/>
                  <a:pt x="2585231" y="304800"/>
                  <a:pt x="25431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6270" y="388679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860108" y="3877391"/>
            <a:ext cx="70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Планеталар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38500" y="3801191"/>
            <a:ext cx="2619375" cy="304800"/>
          </a:xfrm>
          <a:custGeom>
            <a:avLst/>
            <a:gdLst/>
            <a:ahLst/>
            <a:cxnLst/>
            <a:rect l="l" t="t" r="r" b="b"/>
            <a:pathLst>
              <a:path w="2619375" h="304800">
                <a:moveTo>
                  <a:pt x="76200" y="0"/>
                </a:moveTo>
                <a:lnTo>
                  <a:pt x="2543175" y="0"/>
                </a:lnTo>
                <a:cubicBezTo>
                  <a:pt x="2585231" y="0"/>
                  <a:pt x="2619375" y="34144"/>
                  <a:pt x="2619375" y="76200"/>
                </a:cubicBezTo>
                <a:lnTo>
                  <a:pt x="2619375" y="228600"/>
                </a:lnTo>
                <a:cubicBezTo>
                  <a:pt x="2619375" y="270656"/>
                  <a:pt x="2585231" y="304800"/>
                  <a:pt x="25431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325416" y="388679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3557588" y="3877391"/>
            <a:ext cx="790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Галактикалар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1020" y="4182070"/>
            <a:ext cx="2619375" cy="304800"/>
          </a:xfrm>
          <a:custGeom>
            <a:avLst/>
            <a:gdLst/>
            <a:ahLst/>
            <a:cxnLst/>
            <a:rect l="l" t="t" r="r" b="b"/>
            <a:pathLst>
              <a:path w="2619375" h="304800">
                <a:moveTo>
                  <a:pt x="76200" y="0"/>
                </a:moveTo>
                <a:lnTo>
                  <a:pt x="2543175" y="0"/>
                </a:lnTo>
                <a:cubicBezTo>
                  <a:pt x="2585231" y="0"/>
                  <a:pt x="2619375" y="34144"/>
                  <a:pt x="2619375" y="76200"/>
                </a:cubicBezTo>
                <a:lnTo>
                  <a:pt x="2619375" y="228600"/>
                </a:lnTo>
                <a:cubicBezTo>
                  <a:pt x="2619375" y="270656"/>
                  <a:pt x="2585231" y="304800"/>
                  <a:pt x="25431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7936" y="4267679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0" y="87511"/>
                </a:moveTo>
                <a:cubicBezTo>
                  <a:pt x="0" y="108217"/>
                  <a:pt x="16799" y="125016"/>
                  <a:pt x="37505" y="125016"/>
                </a:cubicBezTo>
                <a:lnTo>
                  <a:pt x="116681" y="125016"/>
                </a:lnTo>
                <a:cubicBezTo>
                  <a:pt x="135095" y="125016"/>
                  <a:pt x="150019" y="110092"/>
                  <a:pt x="150019" y="91678"/>
                </a:cubicBezTo>
                <a:cubicBezTo>
                  <a:pt x="150019" y="78239"/>
                  <a:pt x="142075" y="66649"/>
                  <a:pt x="130615" y="61388"/>
                </a:cubicBezTo>
                <a:cubicBezTo>
                  <a:pt x="132360" y="57976"/>
                  <a:pt x="133350" y="54095"/>
                  <a:pt x="133350" y="50006"/>
                </a:cubicBezTo>
                <a:cubicBezTo>
                  <a:pt x="133350" y="36202"/>
                  <a:pt x="122151" y="25003"/>
                  <a:pt x="108347" y="25003"/>
                </a:cubicBezTo>
                <a:cubicBezTo>
                  <a:pt x="103737" y="25003"/>
                  <a:pt x="99440" y="26253"/>
                  <a:pt x="95741" y="28415"/>
                </a:cubicBezTo>
                <a:cubicBezTo>
                  <a:pt x="89464" y="16486"/>
                  <a:pt x="76937" y="8334"/>
                  <a:pt x="62508" y="8334"/>
                </a:cubicBezTo>
                <a:cubicBezTo>
                  <a:pt x="41802" y="8334"/>
                  <a:pt x="25003" y="25133"/>
                  <a:pt x="25003" y="45839"/>
                </a:cubicBezTo>
                <a:cubicBezTo>
                  <a:pt x="25003" y="47923"/>
                  <a:pt x="25185" y="49980"/>
                  <a:pt x="25498" y="51960"/>
                </a:cubicBezTo>
                <a:cubicBezTo>
                  <a:pt x="10678" y="56960"/>
                  <a:pt x="0" y="70998"/>
                  <a:pt x="0" y="87511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860108" y="4258270"/>
            <a:ext cx="771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Тұмандықтар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38500" y="4182070"/>
            <a:ext cx="2619375" cy="304800"/>
          </a:xfrm>
          <a:custGeom>
            <a:avLst/>
            <a:gdLst/>
            <a:ahLst/>
            <a:cxnLst/>
            <a:rect l="l" t="t" r="r" b="b"/>
            <a:pathLst>
              <a:path w="2619375" h="304800">
                <a:moveTo>
                  <a:pt x="76200" y="0"/>
                </a:moveTo>
                <a:lnTo>
                  <a:pt x="2543175" y="0"/>
                </a:lnTo>
                <a:cubicBezTo>
                  <a:pt x="2585231" y="0"/>
                  <a:pt x="2619375" y="34144"/>
                  <a:pt x="2619375" y="76200"/>
                </a:cubicBezTo>
                <a:lnTo>
                  <a:pt x="2619375" y="228600"/>
                </a:lnTo>
                <a:cubicBezTo>
                  <a:pt x="2619375" y="270656"/>
                  <a:pt x="2585231" y="304800"/>
                  <a:pt x="25431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333750" y="426767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1829" y="1823"/>
                </a:moveTo>
                <a:cubicBezTo>
                  <a:pt x="54278" y="-625"/>
                  <a:pt x="58236" y="-625"/>
                  <a:pt x="60659" y="1823"/>
                </a:cubicBezTo>
                <a:lnTo>
                  <a:pt x="83943" y="25107"/>
                </a:lnTo>
                <a:lnTo>
                  <a:pt x="98267" y="10783"/>
                </a:lnTo>
                <a:cubicBezTo>
                  <a:pt x="101523" y="7527"/>
                  <a:pt x="106810" y="7527"/>
                  <a:pt x="110066" y="10783"/>
                </a:cubicBezTo>
                <a:lnTo>
                  <a:pt x="122567" y="23284"/>
                </a:lnTo>
                <a:cubicBezTo>
                  <a:pt x="125823" y="26540"/>
                  <a:pt x="125823" y="31827"/>
                  <a:pt x="122567" y="35083"/>
                </a:cubicBezTo>
                <a:lnTo>
                  <a:pt x="108243" y="49407"/>
                </a:lnTo>
                <a:lnTo>
                  <a:pt x="131527" y="72691"/>
                </a:lnTo>
                <a:cubicBezTo>
                  <a:pt x="133975" y="75140"/>
                  <a:pt x="133975" y="79098"/>
                  <a:pt x="131527" y="81521"/>
                </a:cubicBezTo>
                <a:lnTo>
                  <a:pt x="106524" y="106524"/>
                </a:lnTo>
                <a:cubicBezTo>
                  <a:pt x="104076" y="108972"/>
                  <a:pt x="100117" y="108972"/>
                  <a:pt x="97695" y="106524"/>
                </a:cubicBezTo>
                <a:lnTo>
                  <a:pt x="74410" y="83240"/>
                </a:lnTo>
                <a:lnTo>
                  <a:pt x="70373" y="87277"/>
                </a:lnTo>
                <a:cubicBezTo>
                  <a:pt x="73343" y="93684"/>
                  <a:pt x="75009" y="100820"/>
                  <a:pt x="75009" y="108347"/>
                </a:cubicBezTo>
                <a:cubicBezTo>
                  <a:pt x="75009" y="116603"/>
                  <a:pt x="73004" y="124365"/>
                  <a:pt x="69488" y="131214"/>
                </a:cubicBezTo>
                <a:cubicBezTo>
                  <a:pt x="68264" y="133558"/>
                  <a:pt x="65138" y="133897"/>
                  <a:pt x="63289" y="132022"/>
                </a:cubicBezTo>
                <a:lnTo>
                  <a:pt x="38208" y="106940"/>
                </a:lnTo>
                <a:lnTo>
                  <a:pt x="22581" y="122567"/>
                </a:lnTo>
                <a:cubicBezTo>
                  <a:pt x="19325" y="125823"/>
                  <a:pt x="14038" y="125823"/>
                  <a:pt x="10783" y="122567"/>
                </a:cubicBezTo>
                <a:cubicBezTo>
                  <a:pt x="7527" y="119312"/>
                  <a:pt x="7527" y="114025"/>
                  <a:pt x="10783" y="110769"/>
                </a:cubicBezTo>
                <a:lnTo>
                  <a:pt x="26410" y="95142"/>
                </a:lnTo>
                <a:lnTo>
                  <a:pt x="1328" y="70061"/>
                </a:lnTo>
                <a:cubicBezTo>
                  <a:pt x="-547" y="68186"/>
                  <a:pt x="-208" y="65060"/>
                  <a:pt x="2136" y="63862"/>
                </a:cubicBezTo>
                <a:cubicBezTo>
                  <a:pt x="8985" y="60320"/>
                  <a:pt x="16773" y="58341"/>
                  <a:pt x="25003" y="58341"/>
                </a:cubicBezTo>
                <a:cubicBezTo>
                  <a:pt x="32530" y="58341"/>
                  <a:pt x="39666" y="60008"/>
                  <a:pt x="46073" y="62977"/>
                </a:cubicBezTo>
                <a:lnTo>
                  <a:pt x="50110" y="58940"/>
                </a:lnTo>
                <a:lnTo>
                  <a:pt x="26826" y="35682"/>
                </a:lnTo>
                <a:cubicBezTo>
                  <a:pt x="24378" y="33233"/>
                  <a:pt x="24378" y="29274"/>
                  <a:pt x="26826" y="26852"/>
                </a:cubicBezTo>
                <a:lnTo>
                  <a:pt x="51829" y="1823"/>
                </a:lnTo>
                <a:close/>
                <a:moveTo>
                  <a:pt x="56257" y="15080"/>
                </a:moveTo>
                <a:lnTo>
                  <a:pt x="40083" y="31254"/>
                </a:lnTo>
                <a:lnTo>
                  <a:pt x="58940" y="50110"/>
                </a:lnTo>
                <a:lnTo>
                  <a:pt x="75114" y="33937"/>
                </a:lnTo>
                <a:lnTo>
                  <a:pt x="56257" y="15080"/>
                </a:lnTo>
                <a:close/>
                <a:moveTo>
                  <a:pt x="102096" y="93267"/>
                </a:moveTo>
                <a:lnTo>
                  <a:pt x="118270" y="77093"/>
                </a:lnTo>
                <a:lnTo>
                  <a:pt x="99413" y="58236"/>
                </a:lnTo>
                <a:lnTo>
                  <a:pt x="83240" y="74410"/>
                </a:lnTo>
                <a:lnTo>
                  <a:pt x="102096" y="93267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3557588" y="4258270"/>
            <a:ext cx="6667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Спутниктер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6010" y="1352432"/>
            <a:ext cx="5627370" cy="2131695"/>
          </a:xfrm>
          <a:custGeom>
            <a:avLst/>
            <a:gdLst/>
            <a:ahLst/>
            <a:cxnLst/>
            <a:rect l="l" t="t" r="r" b="b"/>
            <a:pathLst>
              <a:path w="5627370" h="2131695">
                <a:moveTo>
                  <a:pt x="114301" y="0"/>
                </a:moveTo>
                <a:lnTo>
                  <a:pt x="5513069" y="0"/>
                </a:lnTo>
                <a:cubicBezTo>
                  <a:pt x="5576195" y="0"/>
                  <a:pt x="5627370" y="51175"/>
                  <a:pt x="5627370" y="114301"/>
                </a:cubicBezTo>
                <a:lnTo>
                  <a:pt x="5627370" y="2017394"/>
                </a:lnTo>
                <a:cubicBezTo>
                  <a:pt x="5627370" y="2080520"/>
                  <a:pt x="5576195" y="2131695"/>
                  <a:pt x="5513069" y="2131695"/>
                </a:cubicBezTo>
                <a:lnTo>
                  <a:pt x="114301" y="2131695"/>
                </a:lnTo>
                <a:cubicBezTo>
                  <a:pt x="51175" y="2131695"/>
                  <a:pt x="0" y="2080520"/>
                  <a:pt x="0" y="2017394"/>
                </a:cubicBezTo>
                <a:lnTo>
                  <a:pt x="0" y="114301"/>
                </a:lnTo>
                <a:cubicBezTo>
                  <a:pt x="0" y="51175"/>
                  <a:pt x="51175" y="0"/>
                  <a:pt x="114301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2220" y="15086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/>
              </a:gs>
              <a:gs pos="100000">
                <a:srgbClr val="EAB308"/>
              </a:gs>
            </a:gsLst>
            <a:lin ang="27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6436995" y="162294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28575"/>
                </a:moveTo>
                <a:cubicBezTo>
                  <a:pt x="0" y="18068"/>
                  <a:pt x="8543" y="9525"/>
                  <a:pt x="19050" y="9525"/>
                </a:cubicBezTo>
                <a:lnTo>
                  <a:pt x="152400" y="9525"/>
                </a:lnTo>
                <a:cubicBezTo>
                  <a:pt x="162907" y="9525"/>
                  <a:pt x="171450" y="18068"/>
                  <a:pt x="171450" y="28575"/>
                </a:cubicBezTo>
                <a:lnTo>
                  <a:pt x="0" y="28575"/>
                </a:lnTo>
                <a:close/>
                <a:moveTo>
                  <a:pt x="0" y="42863"/>
                </a:moveTo>
                <a:lnTo>
                  <a:pt x="171450" y="42863"/>
                </a:lnTo>
                <a:lnTo>
                  <a:pt x="171450" y="123825"/>
                </a:lnTo>
                <a:cubicBezTo>
                  <a:pt x="171450" y="134332"/>
                  <a:pt x="162907" y="142875"/>
                  <a:pt x="1524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42863"/>
                </a:lnTo>
                <a:close/>
                <a:moveTo>
                  <a:pt x="73610" y="123825"/>
                </a:moveTo>
                <a:cubicBezTo>
                  <a:pt x="79623" y="123825"/>
                  <a:pt x="84118" y="118050"/>
                  <a:pt x="80278" y="113407"/>
                </a:cubicBezTo>
                <a:cubicBezTo>
                  <a:pt x="75902" y="108139"/>
                  <a:pt x="69294" y="104775"/>
                  <a:pt x="61912" y="104775"/>
                </a:cubicBezTo>
                <a:lnTo>
                  <a:pt x="42863" y="104775"/>
                </a:lnTo>
                <a:cubicBezTo>
                  <a:pt x="35481" y="104775"/>
                  <a:pt x="28873" y="108139"/>
                  <a:pt x="24497" y="113407"/>
                </a:cubicBezTo>
                <a:cubicBezTo>
                  <a:pt x="20657" y="118050"/>
                  <a:pt x="25152" y="123825"/>
                  <a:pt x="31165" y="123825"/>
                </a:cubicBezTo>
                <a:lnTo>
                  <a:pt x="73581" y="123825"/>
                </a:lnTo>
                <a:close/>
                <a:moveTo>
                  <a:pt x="52388" y="92869"/>
                </a:moveTo>
                <a:cubicBezTo>
                  <a:pt x="61587" y="92869"/>
                  <a:pt x="69056" y="85400"/>
                  <a:pt x="69056" y="76200"/>
                </a:cubicBezTo>
                <a:cubicBezTo>
                  <a:pt x="69056" y="67000"/>
                  <a:pt x="61587" y="59531"/>
                  <a:pt x="52388" y="59531"/>
                </a:cubicBezTo>
                <a:cubicBezTo>
                  <a:pt x="43188" y="59531"/>
                  <a:pt x="35719" y="67000"/>
                  <a:pt x="35719" y="76200"/>
                </a:cubicBezTo>
                <a:cubicBezTo>
                  <a:pt x="35719" y="85400"/>
                  <a:pt x="43188" y="92869"/>
                  <a:pt x="52388" y="92869"/>
                </a:cubicBezTo>
                <a:close/>
                <a:moveTo>
                  <a:pt x="107156" y="61912"/>
                </a:moveTo>
                <a:cubicBezTo>
                  <a:pt x="103197" y="61912"/>
                  <a:pt x="100013" y="65097"/>
                  <a:pt x="100013" y="69056"/>
                </a:cubicBezTo>
                <a:cubicBezTo>
                  <a:pt x="100013" y="73015"/>
                  <a:pt x="103197" y="76200"/>
                  <a:pt x="107156" y="76200"/>
                </a:cubicBezTo>
                <a:lnTo>
                  <a:pt x="140494" y="76200"/>
                </a:lnTo>
                <a:cubicBezTo>
                  <a:pt x="144453" y="76200"/>
                  <a:pt x="147638" y="73015"/>
                  <a:pt x="147638" y="69056"/>
                </a:cubicBezTo>
                <a:cubicBezTo>
                  <a:pt x="147638" y="65097"/>
                  <a:pt x="144453" y="61912"/>
                  <a:pt x="140494" y="61912"/>
                </a:cubicBezTo>
                <a:lnTo>
                  <a:pt x="107156" y="61912"/>
                </a:lnTo>
                <a:close/>
                <a:moveTo>
                  <a:pt x="107156" y="90488"/>
                </a:moveTo>
                <a:cubicBezTo>
                  <a:pt x="103197" y="90488"/>
                  <a:pt x="100013" y="93672"/>
                  <a:pt x="100013" y="97631"/>
                </a:cubicBezTo>
                <a:cubicBezTo>
                  <a:pt x="100013" y="101590"/>
                  <a:pt x="103197" y="104775"/>
                  <a:pt x="107156" y="104775"/>
                </a:cubicBezTo>
                <a:lnTo>
                  <a:pt x="140494" y="104775"/>
                </a:lnTo>
                <a:cubicBezTo>
                  <a:pt x="144453" y="104775"/>
                  <a:pt x="147638" y="101590"/>
                  <a:pt x="147638" y="97631"/>
                </a:cubicBezTo>
                <a:cubicBezTo>
                  <a:pt x="147638" y="93672"/>
                  <a:pt x="144453" y="90488"/>
                  <a:pt x="140494" y="90488"/>
                </a:cubicBezTo>
                <a:lnTo>
                  <a:pt x="107156" y="904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27520" y="1565790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Нысан карталары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32220" y="2003940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Әр нысан үшін ақпараттық карта: атауы, сипаттамасы, параметрлері, тегтері және ресми сілтеме.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6507" y="25705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6551295" y="2551630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Атауы және типі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46507" y="277999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6551295" y="2761059"/>
            <a:ext cx="1905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Қашықтық және орбиталық период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6507" y="298942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9" name="Text 37"/>
          <p:cNvSpPr/>
          <p:nvPr/>
        </p:nvSpPr>
        <p:spPr>
          <a:xfrm>
            <a:off x="6551295" y="2970493"/>
            <a:ext cx="1381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Тез фактілер (quick facts)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6507" y="3198851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6551295" y="3179922"/>
            <a:ext cx="143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NASA/ESA/JPL сілтемелері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6010" y="3610334"/>
            <a:ext cx="5627370" cy="1674495"/>
          </a:xfrm>
          <a:custGeom>
            <a:avLst/>
            <a:gdLst/>
            <a:ahLst/>
            <a:cxnLst/>
            <a:rect l="l" t="t" r="r" b="b"/>
            <a:pathLst>
              <a:path w="5627370" h="1674495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1560194"/>
                </a:lnTo>
                <a:cubicBezTo>
                  <a:pt x="5627370" y="1623321"/>
                  <a:pt x="5576196" y="1674495"/>
                  <a:pt x="5513069" y="1674495"/>
                </a:cubicBezTo>
                <a:lnTo>
                  <a:pt x="114301" y="1674495"/>
                </a:lnTo>
                <a:cubicBezTo>
                  <a:pt x="51174" y="1674495"/>
                  <a:pt x="0" y="1623321"/>
                  <a:pt x="0" y="156019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32220" y="376654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855F7"/>
              </a:gs>
              <a:gs pos="100000">
                <a:srgbClr val="C084FC"/>
              </a:gs>
            </a:gsLst>
            <a:lin ang="2700000" scaled="1"/>
          </a:gradFill>
          <a:ln/>
        </p:spPr>
      </p:sp>
      <p:sp>
        <p:nvSpPr>
          <p:cNvPr id="44" name="Shape 42"/>
          <p:cNvSpPr/>
          <p:nvPr/>
        </p:nvSpPr>
        <p:spPr>
          <a:xfrm>
            <a:off x="6446520" y="388084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905" y="57150"/>
                </a:moveTo>
                <a:lnTo>
                  <a:pt x="145256" y="57150"/>
                </a:lnTo>
                <a:cubicBezTo>
                  <a:pt x="149215" y="57150"/>
                  <a:pt x="152400" y="53965"/>
                  <a:pt x="152400" y="50006"/>
                </a:cubicBezTo>
                <a:lnTo>
                  <a:pt x="152400" y="7144"/>
                </a:lnTo>
                <a:cubicBezTo>
                  <a:pt x="152400" y="4256"/>
                  <a:pt x="150674" y="1637"/>
                  <a:pt x="147995" y="536"/>
                </a:cubicBezTo>
                <a:cubicBezTo>
                  <a:pt x="145316" y="-566"/>
                  <a:pt x="142250" y="60"/>
                  <a:pt x="140196" y="2084"/>
                </a:cubicBezTo>
                <a:lnTo>
                  <a:pt x="124807" y="17502"/>
                </a:lnTo>
                <a:cubicBezTo>
                  <a:pt x="111621" y="6578"/>
                  <a:pt x="9465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ubicBezTo>
                  <a:pt x="23574" y="40332"/>
                  <a:pt x="47417" y="19050"/>
                  <a:pt x="76200" y="19050"/>
                </a:cubicBezTo>
                <a:cubicBezTo>
                  <a:pt x="89416" y="19050"/>
                  <a:pt x="101560" y="23515"/>
                  <a:pt x="111234" y="31046"/>
                </a:cubicBezTo>
                <a:lnTo>
                  <a:pt x="97334" y="44946"/>
                </a:lnTo>
                <a:cubicBezTo>
                  <a:pt x="95280" y="47000"/>
                  <a:pt x="94684" y="50066"/>
                  <a:pt x="95786" y="52745"/>
                </a:cubicBezTo>
                <a:cubicBezTo>
                  <a:pt x="96887" y="55424"/>
                  <a:pt x="99506" y="57150"/>
                  <a:pt x="102394" y="57150"/>
                </a:cubicBezTo>
                <a:lnTo>
                  <a:pt x="142905" y="57150"/>
                </a:lnTo>
                <a:close/>
                <a:moveTo>
                  <a:pt x="151656" y="87064"/>
                </a:moveTo>
                <a:cubicBezTo>
                  <a:pt x="152400" y="81855"/>
                  <a:pt x="148769" y="77033"/>
                  <a:pt x="143589" y="76289"/>
                </a:cubicBezTo>
                <a:cubicBezTo>
                  <a:pt x="138410" y="75545"/>
                  <a:pt x="133558" y="79177"/>
                  <a:pt x="132814" y="84356"/>
                </a:cubicBezTo>
                <a:cubicBezTo>
                  <a:pt x="128855" y="112038"/>
                  <a:pt x="105013" y="133320"/>
                  <a:pt x="76230" y="133320"/>
                </a:cubicBezTo>
                <a:cubicBezTo>
                  <a:pt x="63014" y="133320"/>
                  <a:pt x="50869" y="128855"/>
                  <a:pt x="41196" y="121325"/>
                </a:cubicBezTo>
                <a:lnTo>
                  <a:pt x="55066" y="107454"/>
                </a:lnTo>
                <a:cubicBezTo>
                  <a:pt x="57120" y="105400"/>
                  <a:pt x="57716" y="102334"/>
                  <a:pt x="56614" y="99655"/>
                </a:cubicBezTo>
                <a:cubicBezTo>
                  <a:pt x="55513" y="96976"/>
                  <a:pt x="52894" y="95250"/>
                  <a:pt x="50006" y="95250"/>
                </a:cubicBezTo>
                <a:lnTo>
                  <a:pt x="7144" y="95250"/>
                </a:lnTo>
                <a:cubicBezTo>
                  <a:pt x="3185" y="95250"/>
                  <a:pt x="0" y="98435"/>
                  <a:pt x="0" y="102394"/>
                </a:cubicBezTo>
                <a:lnTo>
                  <a:pt x="0" y="145256"/>
                </a:lnTo>
                <a:cubicBezTo>
                  <a:pt x="0" y="148144"/>
                  <a:pt x="1726" y="150763"/>
                  <a:pt x="4405" y="151864"/>
                </a:cubicBezTo>
                <a:cubicBezTo>
                  <a:pt x="7084" y="152966"/>
                  <a:pt x="10150" y="152340"/>
                  <a:pt x="12204" y="150316"/>
                </a:cubicBezTo>
                <a:lnTo>
                  <a:pt x="27622" y="134898"/>
                </a:lnTo>
                <a:cubicBezTo>
                  <a:pt x="40779" y="145822"/>
                  <a:pt x="5774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827520" y="3823692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Орбиталық анимация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32220" y="4261842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Hero бөлімінде 3 нысан (Jupiter, Saturn, Mars) айналып тұрады. Әр 5 секунд сайын кездейсоқ түрде ауысады.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36030" y="4813340"/>
            <a:ext cx="5313045" cy="312420"/>
          </a:xfrm>
          <a:custGeom>
            <a:avLst/>
            <a:gdLst/>
            <a:ahLst/>
            <a:cxnLst/>
            <a:rect l="l" t="t" r="r" b="b"/>
            <a:pathLst>
              <a:path w="5313045" h="312420">
                <a:moveTo>
                  <a:pt x="76199" y="0"/>
                </a:moveTo>
                <a:lnTo>
                  <a:pt x="5236846" y="0"/>
                </a:lnTo>
                <a:cubicBezTo>
                  <a:pt x="5278929" y="0"/>
                  <a:pt x="5313045" y="34116"/>
                  <a:pt x="5313045" y="76199"/>
                </a:cubicBezTo>
                <a:lnTo>
                  <a:pt x="5313045" y="236221"/>
                </a:lnTo>
                <a:cubicBezTo>
                  <a:pt x="5313045" y="278304"/>
                  <a:pt x="5278929" y="312420"/>
                  <a:pt x="5236846" y="312420"/>
                </a:cubicBezTo>
                <a:lnTo>
                  <a:pt x="76199" y="312420"/>
                </a:lnTo>
                <a:cubicBezTo>
                  <a:pt x="34144" y="312420"/>
                  <a:pt x="0" y="278276"/>
                  <a:pt x="0" y="2362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6040" y="4893352"/>
            <a:ext cx="5210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setInterval(cycleOrbit, 5000)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4810" y="6046469"/>
            <a:ext cx="11418570" cy="426720"/>
          </a:xfrm>
          <a:custGeom>
            <a:avLst/>
            <a:gdLst/>
            <a:ahLst/>
            <a:cxnLst/>
            <a:rect l="l" t="t" r="r" b="b"/>
            <a:pathLst>
              <a:path w="11418570" h="4267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312419"/>
                </a:lnTo>
                <a:cubicBezTo>
                  <a:pt x="11418570" y="375546"/>
                  <a:pt x="11367396" y="426720"/>
                  <a:pt x="11304269" y="426720"/>
                </a:cubicBezTo>
                <a:lnTo>
                  <a:pt x="114301" y="426720"/>
                </a:lnTo>
                <a:cubicBezTo>
                  <a:pt x="51174" y="426720"/>
                  <a:pt x="0" y="375546"/>
                  <a:pt x="0" y="3124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50545" y="616458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51" name="Text 49"/>
          <p:cNvSpPr/>
          <p:nvPr/>
        </p:nvSpPr>
        <p:spPr>
          <a:xfrm>
            <a:off x="855345" y="6164582"/>
            <a:ext cx="587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Адаптивті дизайн:</a:t>
            </a: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Media queries арқылы мобильді құрылғыларға (</a:t>
            </a:r>
            <a:r>
              <a:rPr lang="en-US" sz="1050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720px, 960px</a:t>
            </a: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бейімделген.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388620" cy="236220"/>
          </a:xfrm>
          <a:custGeom>
            <a:avLst/>
            <a:gdLst/>
            <a:ahLst/>
            <a:cxnLst/>
            <a:rect l="l" t="t" r="r" b="b"/>
            <a:pathLst>
              <a:path w="388620" h="236220">
                <a:moveTo>
                  <a:pt x="118110" y="0"/>
                </a:moveTo>
                <a:lnTo>
                  <a:pt x="270510" y="0"/>
                </a:lnTo>
                <a:cubicBezTo>
                  <a:pt x="335697" y="0"/>
                  <a:pt x="388620" y="52923"/>
                  <a:pt x="388620" y="118110"/>
                </a:cubicBezTo>
                <a:lnTo>
                  <a:pt x="388620" y="118110"/>
                </a:lnTo>
                <a:cubicBezTo>
                  <a:pt x="388620" y="183297"/>
                  <a:pt x="335697" y="236220"/>
                  <a:pt x="270510" y="236220"/>
                </a:cubicBezTo>
                <a:lnTo>
                  <a:pt x="118110" y="236220"/>
                </a:lnTo>
                <a:cubicBezTo>
                  <a:pt x="52880" y="236220"/>
                  <a:pt x="0" y="183340"/>
                  <a:pt x="0" y="118110"/>
                </a:cubicBezTo>
                <a:lnTo>
                  <a:pt x="0" y="118110"/>
                </a:lnTo>
                <a:cubicBezTo>
                  <a:pt x="0" y="52880"/>
                  <a:pt x="52880" y="0"/>
                  <a:pt x="1181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26723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0092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Деректер базасы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5812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4810" y="1352430"/>
            <a:ext cx="3693795" cy="1874520"/>
          </a:xfrm>
          <a:custGeom>
            <a:avLst/>
            <a:gdLst/>
            <a:ahLst/>
            <a:cxnLst/>
            <a:rect l="l" t="t" r="r" b="b"/>
            <a:pathLst>
              <a:path w="3693795" h="1874520">
                <a:moveTo>
                  <a:pt x="114308" y="0"/>
                </a:moveTo>
                <a:lnTo>
                  <a:pt x="3579487" y="0"/>
                </a:lnTo>
                <a:cubicBezTo>
                  <a:pt x="3642617" y="0"/>
                  <a:pt x="3693795" y="51178"/>
                  <a:pt x="3693795" y="114308"/>
                </a:cubicBezTo>
                <a:lnTo>
                  <a:pt x="3693795" y="1760212"/>
                </a:lnTo>
                <a:cubicBezTo>
                  <a:pt x="3693795" y="1823342"/>
                  <a:pt x="3642617" y="1874520"/>
                  <a:pt x="357948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832" y="155626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831533" y="1508643"/>
            <a:ext cx="102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Планеталар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50946" y="1546743"/>
            <a:ext cx="209550" cy="190500"/>
          </a:xfrm>
          <a:custGeom>
            <a:avLst/>
            <a:gdLst/>
            <a:ahLst/>
            <a:cxnLst/>
            <a:rect l="l" t="t" r="r" b="b"/>
            <a:pathLst>
              <a:path w="209550" h="190500">
                <a:moveTo>
                  <a:pt x="95250" y="0"/>
                </a:moveTo>
                <a:lnTo>
                  <a:pt x="114300" y="0"/>
                </a:lnTo>
                <a:cubicBezTo>
                  <a:pt x="166870" y="0"/>
                  <a:pt x="209550" y="42680"/>
                  <a:pt x="209550" y="95250"/>
                </a:cubicBezTo>
                <a:lnTo>
                  <a:pt x="209550" y="95250"/>
                </a:lnTo>
                <a:cubicBezTo>
                  <a:pt x="209550" y="147820"/>
                  <a:pt x="166870" y="190500"/>
                  <a:pt x="1143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4F46E5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850946" y="1546743"/>
            <a:ext cx="2667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1020" y="1889643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Jupiter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1020" y="2137293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Saturn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1020" y="2384943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1020" y="2632593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Kepler-452b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1020" y="2880243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TRAPPIST-1e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1120" y="1352430"/>
            <a:ext cx="3693795" cy="1874520"/>
          </a:xfrm>
          <a:custGeom>
            <a:avLst/>
            <a:gdLst/>
            <a:ahLst/>
            <a:cxnLst/>
            <a:rect l="l" t="t" r="r" b="b"/>
            <a:pathLst>
              <a:path w="3693795" h="1874520">
                <a:moveTo>
                  <a:pt x="114308" y="0"/>
                </a:moveTo>
                <a:lnTo>
                  <a:pt x="3579487" y="0"/>
                </a:lnTo>
                <a:cubicBezTo>
                  <a:pt x="3642617" y="0"/>
                  <a:pt x="3693795" y="51178"/>
                  <a:pt x="3693795" y="114308"/>
                </a:cubicBezTo>
                <a:lnTo>
                  <a:pt x="3693795" y="1760212"/>
                </a:lnTo>
                <a:cubicBezTo>
                  <a:pt x="3693795" y="1823342"/>
                  <a:pt x="3642617" y="1874520"/>
                  <a:pt x="357948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FBBF2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FBBF24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427" y="155626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4647843" y="1508643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Галактикалар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00606" y="1546743"/>
            <a:ext cx="209550" cy="190500"/>
          </a:xfrm>
          <a:custGeom>
            <a:avLst/>
            <a:gdLst/>
            <a:ahLst/>
            <a:cxnLst/>
            <a:rect l="l" t="t" r="r" b="b"/>
            <a:pathLst>
              <a:path w="209550" h="190500">
                <a:moveTo>
                  <a:pt x="95250" y="0"/>
                </a:moveTo>
                <a:lnTo>
                  <a:pt x="114300" y="0"/>
                </a:lnTo>
                <a:cubicBezTo>
                  <a:pt x="166870" y="0"/>
                  <a:pt x="209550" y="42680"/>
                  <a:pt x="209550" y="95250"/>
                </a:cubicBezTo>
                <a:lnTo>
                  <a:pt x="209550" y="95250"/>
                </a:lnTo>
                <a:cubicBezTo>
                  <a:pt x="209550" y="147820"/>
                  <a:pt x="166870" y="190500"/>
                  <a:pt x="1143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BBF24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800606" y="1546743"/>
            <a:ext cx="2667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BB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57330" y="1889643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Andromeda Galaxy (M31)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57330" y="2137293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Milky Way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3348871"/>
            <a:ext cx="3693795" cy="1626870"/>
          </a:xfrm>
          <a:custGeom>
            <a:avLst/>
            <a:gdLst/>
            <a:ahLst/>
            <a:cxnLst/>
            <a:rect l="l" t="t" r="r" b="b"/>
            <a:pathLst>
              <a:path w="3693795" h="1626870">
                <a:moveTo>
                  <a:pt x="114304" y="0"/>
                </a:moveTo>
                <a:lnTo>
                  <a:pt x="3579491" y="0"/>
                </a:lnTo>
                <a:cubicBezTo>
                  <a:pt x="3642619" y="0"/>
                  <a:pt x="3693795" y="51176"/>
                  <a:pt x="3693795" y="114304"/>
                </a:cubicBezTo>
                <a:lnTo>
                  <a:pt x="3693795" y="1512566"/>
                </a:lnTo>
                <a:cubicBezTo>
                  <a:pt x="3693795" y="1575694"/>
                  <a:pt x="3642619" y="1626870"/>
                  <a:pt x="3579491" y="1626870"/>
                </a:cubicBezTo>
                <a:lnTo>
                  <a:pt x="114304" y="1626870"/>
                </a:lnTo>
                <a:cubicBezTo>
                  <a:pt x="51176" y="1626870"/>
                  <a:pt x="0" y="1575694"/>
                  <a:pt x="0" y="151256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A855F7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4117" y="3552709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831533" y="3505084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Тұмандықтар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982510" y="3543184"/>
            <a:ext cx="209550" cy="190500"/>
          </a:xfrm>
          <a:custGeom>
            <a:avLst/>
            <a:gdLst/>
            <a:ahLst/>
            <a:cxnLst/>
            <a:rect l="l" t="t" r="r" b="b"/>
            <a:pathLst>
              <a:path w="209550" h="190500">
                <a:moveTo>
                  <a:pt x="95250" y="0"/>
                </a:moveTo>
                <a:lnTo>
                  <a:pt x="114300" y="0"/>
                </a:lnTo>
                <a:cubicBezTo>
                  <a:pt x="166870" y="0"/>
                  <a:pt x="209550" y="42680"/>
                  <a:pt x="209550" y="95250"/>
                </a:cubicBezTo>
                <a:lnTo>
                  <a:pt x="209550" y="95250"/>
                </a:lnTo>
                <a:cubicBezTo>
                  <a:pt x="209550" y="147820"/>
                  <a:pt x="166870" y="190500"/>
                  <a:pt x="1143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A855F7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982510" y="3543184"/>
            <a:ext cx="2667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A855F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1020" y="3886084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Orion Nebula (M42)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1020" y="4133734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Crab Nebula (M1)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01120" y="3348871"/>
            <a:ext cx="3693795" cy="1626870"/>
          </a:xfrm>
          <a:custGeom>
            <a:avLst/>
            <a:gdLst/>
            <a:ahLst/>
            <a:cxnLst/>
            <a:rect l="l" t="t" r="r" b="b"/>
            <a:pathLst>
              <a:path w="3693795" h="1626870">
                <a:moveTo>
                  <a:pt x="114304" y="0"/>
                </a:moveTo>
                <a:lnTo>
                  <a:pt x="3579491" y="0"/>
                </a:lnTo>
                <a:cubicBezTo>
                  <a:pt x="3642619" y="0"/>
                  <a:pt x="3693795" y="51176"/>
                  <a:pt x="3693795" y="114304"/>
                </a:cubicBezTo>
                <a:lnTo>
                  <a:pt x="3693795" y="1512566"/>
                </a:lnTo>
                <a:cubicBezTo>
                  <a:pt x="3693795" y="1575694"/>
                  <a:pt x="3642619" y="1626870"/>
                  <a:pt x="3579491" y="1626870"/>
                </a:cubicBezTo>
                <a:lnTo>
                  <a:pt x="114304" y="1626870"/>
                </a:lnTo>
                <a:cubicBezTo>
                  <a:pt x="51176" y="1626870"/>
                  <a:pt x="0" y="1575694"/>
                  <a:pt x="0" y="151256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1143" y="355270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6638" y="2344"/>
                </a:moveTo>
                <a:cubicBezTo>
                  <a:pt x="69786" y="-804"/>
                  <a:pt x="74875" y="-804"/>
                  <a:pt x="77990" y="2344"/>
                </a:cubicBezTo>
                <a:lnTo>
                  <a:pt x="107926" y="32281"/>
                </a:lnTo>
                <a:lnTo>
                  <a:pt x="126344" y="13863"/>
                </a:lnTo>
                <a:cubicBezTo>
                  <a:pt x="130530" y="9678"/>
                  <a:pt x="137327" y="9678"/>
                  <a:pt x="141513" y="13863"/>
                </a:cubicBezTo>
                <a:lnTo>
                  <a:pt x="157587" y="29937"/>
                </a:lnTo>
                <a:cubicBezTo>
                  <a:pt x="161772" y="34123"/>
                  <a:pt x="161772" y="40920"/>
                  <a:pt x="157587" y="45106"/>
                </a:cubicBezTo>
                <a:lnTo>
                  <a:pt x="139169" y="63524"/>
                </a:lnTo>
                <a:lnTo>
                  <a:pt x="169106" y="93460"/>
                </a:lnTo>
                <a:cubicBezTo>
                  <a:pt x="172254" y="96608"/>
                  <a:pt x="172254" y="101698"/>
                  <a:pt x="169106" y="104812"/>
                </a:cubicBezTo>
                <a:lnTo>
                  <a:pt x="136959" y="136959"/>
                </a:lnTo>
                <a:cubicBezTo>
                  <a:pt x="133811" y="140107"/>
                  <a:pt x="128721" y="140107"/>
                  <a:pt x="125607" y="136959"/>
                </a:cubicBezTo>
                <a:lnTo>
                  <a:pt x="95670" y="107022"/>
                </a:lnTo>
                <a:lnTo>
                  <a:pt x="90480" y="112213"/>
                </a:lnTo>
                <a:cubicBezTo>
                  <a:pt x="94298" y="120450"/>
                  <a:pt x="96441" y="129626"/>
                  <a:pt x="96441" y="139303"/>
                </a:cubicBezTo>
                <a:cubicBezTo>
                  <a:pt x="96441" y="149918"/>
                  <a:pt x="93862" y="159897"/>
                  <a:pt x="89342" y="168704"/>
                </a:cubicBezTo>
                <a:cubicBezTo>
                  <a:pt x="87768" y="171718"/>
                  <a:pt x="83749" y="172153"/>
                  <a:pt x="81372" y="169742"/>
                </a:cubicBezTo>
                <a:lnTo>
                  <a:pt x="49124" y="137495"/>
                </a:lnTo>
                <a:lnTo>
                  <a:pt x="29033" y="157587"/>
                </a:lnTo>
                <a:cubicBezTo>
                  <a:pt x="24847" y="161772"/>
                  <a:pt x="18049" y="161772"/>
                  <a:pt x="13863" y="157587"/>
                </a:cubicBezTo>
                <a:cubicBezTo>
                  <a:pt x="9678" y="153401"/>
                  <a:pt x="9678" y="146603"/>
                  <a:pt x="13863" y="142417"/>
                </a:cubicBezTo>
                <a:lnTo>
                  <a:pt x="33955" y="122326"/>
                </a:lnTo>
                <a:lnTo>
                  <a:pt x="1708" y="90078"/>
                </a:lnTo>
                <a:cubicBezTo>
                  <a:pt x="-703" y="87667"/>
                  <a:pt x="-268" y="83649"/>
                  <a:pt x="2746" y="82108"/>
                </a:cubicBezTo>
                <a:cubicBezTo>
                  <a:pt x="11553" y="77554"/>
                  <a:pt x="21565" y="75009"/>
                  <a:pt x="32147" y="75009"/>
                </a:cubicBezTo>
                <a:cubicBezTo>
                  <a:pt x="41824" y="75009"/>
                  <a:pt x="51000" y="77153"/>
                  <a:pt x="59237" y="80970"/>
                </a:cubicBezTo>
                <a:lnTo>
                  <a:pt x="64428" y="75780"/>
                </a:lnTo>
                <a:lnTo>
                  <a:pt x="34491" y="45876"/>
                </a:lnTo>
                <a:cubicBezTo>
                  <a:pt x="31343" y="42729"/>
                  <a:pt x="31343" y="37639"/>
                  <a:pt x="34491" y="34524"/>
                </a:cubicBezTo>
                <a:lnTo>
                  <a:pt x="66638" y="2344"/>
                </a:lnTo>
                <a:close/>
                <a:moveTo>
                  <a:pt x="72330" y="19389"/>
                </a:moveTo>
                <a:lnTo>
                  <a:pt x="51535" y="40184"/>
                </a:lnTo>
                <a:lnTo>
                  <a:pt x="75780" y="64428"/>
                </a:lnTo>
                <a:lnTo>
                  <a:pt x="96575" y="43633"/>
                </a:lnTo>
                <a:lnTo>
                  <a:pt x="72330" y="19389"/>
                </a:lnTo>
                <a:close/>
                <a:moveTo>
                  <a:pt x="131266" y="119915"/>
                </a:moveTo>
                <a:lnTo>
                  <a:pt x="152061" y="99120"/>
                </a:lnTo>
                <a:lnTo>
                  <a:pt x="127817" y="74875"/>
                </a:lnTo>
                <a:lnTo>
                  <a:pt x="107022" y="95670"/>
                </a:lnTo>
                <a:lnTo>
                  <a:pt x="131266" y="119915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2" name="Text 30"/>
          <p:cNvSpPr/>
          <p:nvPr/>
        </p:nvSpPr>
        <p:spPr>
          <a:xfrm>
            <a:off x="4647843" y="3505084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Спутниктер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51421" y="3543184"/>
            <a:ext cx="209550" cy="190500"/>
          </a:xfrm>
          <a:custGeom>
            <a:avLst/>
            <a:gdLst/>
            <a:ahLst/>
            <a:cxnLst/>
            <a:rect l="l" t="t" r="r" b="b"/>
            <a:pathLst>
              <a:path w="209550" h="190500">
                <a:moveTo>
                  <a:pt x="95250" y="0"/>
                </a:moveTo>
                <a:lnTo>
                  <a:pt x="114300" y="0"/>
                </a:lnTo>
                <a:cubicBezTo>
                  <a:pt x="166870" y="0"/>
                  <a:pt x="209550" y="42680"/>
                  <a:pt x="209550" y="95250"/>
                </a:cubicBezTo>
                <a:lnTo>
                  <a:pt x="209550" y="95250"/>
                </a:lnTo>
                <a:cubicBezTo>
                  <a:pt x="209550" y="147820"/>
                  <a:pt x="166870" y="190500"/>
                  <a:pt x="1143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651421" y="3543184"/>
            <a:ext cx="2667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357330" y="3886084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International Space Station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57330" y="4133734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Hubble Space Telescope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57330" y="4381384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James Webb Telescope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357330" y="4629034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Voyager 1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55650" y="1352430"/>
            <a:ext cx="3750945" cy="2160270"/>
          </a:xfrm>
          <a:custGeom>
            <a:avLst/>
            <a:gdLst/>
            <a:ahLst/>
            <a:cxnLst/>
            <a:rect l="l" t="t" r="r" b="b"/>
            <a:pathLst>
              <a:path w="3750945" h="2160270">
                <a:moveTo>
                  <a:pt x="114300" y="0"/>
                </a:moveTo>
                <a:lnTo>
                  <a:pt x="3636645" y="0"/>
                </a:lnTo>
                <a:cubicBezTo>
                  <a:pt x="3699771" y="0"/>
                  <a:pt x="3750945" y="51174"/>
                  <a:pt x="3750945" y="114300"/>
                </a:cubicBezTo>
                <a:lnTo>
                  <a:pt x="3750945" y="2045970"/>
                </a:lnTo>
                <a:cubicBezTo>
                  <a:pt x="3750945" y="2109096"/>
                  <a:pt x="3699771" y="2160270"/>
                  <a:pt x="3636645" y="2160270"/>
                </a:cubicBezTo>
                <a:lnTo>
                  <a:pt x="114300" y="2160270"/>
                </a:lnTo>
                <a:cubicBezTo>
                  <a:pt x="51174" y="2160270"/>
                  <a:pt x="0" y="2109096"/>
                  <a:pt x="0" y="20459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35672" y="155626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1" name="Text 39"/>
          <p:cNvSpPr/>
          <p:nvPr/>
        </p:nvSpPr>
        <p:spPr>
          <a:xfrm>
            <a:off x="8430935" y="1508643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Нысан құрылымы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15670" y="1893453"/>
            <a:ext cx="3427095" cy="1455420"/>
          </a:xfrm>
          <a:custGeom>
            <a:avLst/>
            <a:gdLst/>
            <a:ahLst/>
            <a:cxnLst/>
            <a:rect l="l" t="t" r="r" b="b"/>
            <a:pathLst>
              <a:path w="3427095" h="1455420">
                <a:moveTo>
                  <a:pt x="76206" y="0"/>
                </a:moveTo>
                <a:lnTo>
                  <a:pt x="3350889" y="0"/>
                </a:lnTo>
                <a:cubicBezTo>
                  <a:pt x="3392977" y="0"/>
                  <a:pt x="3427095" y="34118"/>
                  <a:pt x="3427095" y="76206"/>
                </a:cubicBezTo>
                <a:lnTo>
                  <a:pt x="3427095" y="1379214"/>
                </a:lnTo>
                <a:cubicBezTo>
                  <a:pt x="3427095" y="1421302"/>
                  <a:pt x="3392977" y="1455420"/>
                  <a:pt x="3350889" y="1455420"/>
                </a:cubicBezTo>
                <a:lnTo>
                  <a:pt x="76206" y="1455420"/>
                </a:lnTo>
                <a:cubicBezTo>
                  <a:pt x="34147" y="1455420"/>
                  <a:pt x="0" y="1421273"/>
                  <a:pt x="0" y="137921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95680" y="1973461"/>
            <a:ext cx="3324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name: "Jupiter"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95680" y="2163845"/>
            <a:ext cx="3324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type: "planet"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95680" y="2354224"/>
            <a:ext cx="3324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description: "..."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95680" y="2544603"/>
            <a:ext cx="3324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distance: "5.20 AU"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95680" y="2734987"/>
            <a:ext cx="3324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period: "11.86 жыл"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95680" y="2925366"/>
            <a:ext cx="3324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source: "https://..."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295680" y="3115749"/>
            <a:ext cx="33242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quick: [...]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055650" y="3629979"/>
            <a:ext cx="3750945" cy="1341120"/>
          </a:xfrm>
          <a:custGeom>
            <a:avLst/>
            <a:gdLst/>
            <a:ahLst/>
            <a:cxnLst/>
            <a:rect l="l" t="t" r="r" b="b"/>
            <a:pathLst>
              <a:path w="3750945" h="1341120">
                <a:moveTo>
                  <a:pt x="114304" y="0"/>
                </a:moveTo>
                <a:lnTo>
                  <a:pt x="3636641" y="0"/>
                </a:lnTo>
                <a:cubicBezTo>
                  <a:pt x="3699770" y="0"/>
                  <a:pt x="3750945" y="51175"/>
                  <a:pt x="3750945" y="114304"/>
                </a:cubicBezTo>
                <a:lnTo>
                  <a:pt x="3750945" y="1226816"/>
                </a:lnTo>
                <a:cubicBezTo>
                  <a:pt x="3750945" y="1289945"/>
                  <a:pt x="3699770" y="1341120"/>
                  <a:pt x="3636641" y="1341120"/>
                </a:cubicBezTo>
                <a:lnTo>
                  <a:pt x="114304" y="1341120"/>
                </a:lnTo>
                <a:cubicBezTo>
                  <a:pt x="51175" y="1341120"/>
                  <a:pt x="0" y="1289945"/>
                  <a:pt x="0" y="122681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46388" y="3833812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2" name="Text 50"/>
          <p:cNvSpPr/>
          <p:nvPr/>
        </p:nvSpPr>
        <p:spPr>
          <a:xfrm>
            <a:off x="8430935" y="3786188"/>
            <a:ext cx="3305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Деректер форматы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211860" y="4167188"/>
            <a:ext cx="3505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Барлық нысандар </a:t>
            </a: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форматында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сақталған. Бұл деректерді оңай кеңейтуге және басқа жүйелермен интеграциялауға мүмкіндік береді.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388620" cy="236220"/>
          </a:xfrm>
          <a:custGeom>
            <a:avLst/>
            <a:gdLst/>
            <a:ahLst/>
            <a:cxnLst/>
            <a:rect l="l" t="t" r="r" b="b"/>
            <a:pathLst>
              <a:path w="388620" h="236220">
                <a:moveTo>
                  <a:pt x="118110" y="0"/>
                </a:moveTo>
                <a:lnTo>
                  <a:pt x="270510" y="0"/>
                </a:lnTo>
                <a:cubicBezTo>
                  <a:pt x="335697" y="0"/>
                  <a:pt x="388620" y="52923"/>
                  <a:pt x="388620" y="118110"/>
                </a:cubicBezTo>
                <a:lnTo>
                  <a:pt x="388620" y="118110"/>
                </a:lnTo>
                <a:cubicBezTo>
                  <a:pt x="388620" y="183297"/>
                  <a:pt x="335697" y="236220"/>
                  <a:pt x="270510" y="236220"/>
                </a:cubicBezTo>
                <a:lnTo>
                  <a:pt x="118110" y="236220"/>
                </a:lnTo>
                <a:cubicBezTo>
                  <a:pt x="52880" y="236220"/>
                  <a:pt x="0" y="183340"/>
                  <a:pt x="0" y="118110"/>
                </a:cubicBezTo>
                <a:lnTo>
                  <a:pt x="0" y="118110"/>
                </a:lnTo>
                <a:cubicBezTo>
                  <a:pt x="0" y="52880"/>
                  <a:pt x="52880" y="0"/>
                  <a:pt x="1181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26723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0092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Дизайн жүйесі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5812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4810" y="1352430"/>
            <a:ext cx="5627370" cy="2398395"/>
          </a:xfrm>
          <a:custGeom>
            <a:avLst/>
            <a:gdLst/>
            <a:ahLst/>
            <a:cxnLst/>
            <a:rect l="l" t="t" r="r" b="b"/>
            <a:pathLst>
              <a:path w="5627370" h="2398395">
                <a:moveTo>
                  <a:pt x="114308" y="0"/>
                </a:moveTo>
                <a:lnTo>
                  <a:pt x="5513062" y="0"/>
                </a:lnTo>
                <a:cubicBezTo>
                  <a:pt x="5576193" y="0"/>
                  <a:pt x="5627370" y="51177"/>
                  <a:pt x="5627370" y="114308"/>
                </a:cubicBezTo>
                <a:lnTo>
                  <a:pt x="5627370" y="2284087"/>
                </a:lnTo>
                <a:cubicBezTo>
                  <a:pt x="5627370" y="2347176"/>
                  <a:pt x="5576151" y="2398395"/>
                  <a:pt x="5513062" y="2398395"/>
                </a:cubicBezTo>
                <a:lnTo>
                  <a:pt x="114308" y="2398395"/>
                </a:lnTo>
                <a:cubicBezTo>
                  <a:pt x="51177" y="2398395"/>
                  <a:pt x="0" y="2347218"/>
                  <a:pt x="0" y="2284087"/>
                </a:cubicBezTo>
                <a:lnTo>
                  <a:pt x="0" y="114308"/>
                </a:lnTo>
                <a:cubicBezTo>
                  <a:pt x="0" y="51219"/>
                  <a:pt x="51219" y="0"/>
                  <a:pt x="114308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832" y="155626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71450" y="85725"/>
                </a:moveTo>
                <a:cubicBezTo>
                  <a:pt x="171450" y="86026"/>
                  <a:pt x="171450" y="86328"/>
                  <a:pt x="171450" y="86629"/>
                </a:cubicBezTo>
                <a:cubicBezTo>
                  <a:pt x="171316" y="98852"/>
                  <a:pt x="160199" y="107156"/>
                  <a:pt x="147976" y="107156"/>
                </a:cubicBezTo>
                <a:lnTo>
                  <a:pt x="115193" y="107156"/>
                </a:lnTo>
                <a:cubicBezTo>
                  <a:pt x="106319" y="107156"/>
                  <a:pt x="99120" y="114356"/>
                  <a:pt x="99120" y="123230"/>
                </a:cubicBezTo>
                <a:cubicBezTo>
                  <a:pt x="99120" y="124368"/>
                  <a:pt x="99253" y="125473"/>
                  <a:pt x="99454" y="126545"/>
                </a:cubicBezTo>
                <a:cubicBezTo>
                  <a:pt x="100158" y="129960"/>
                  <a:pt x="101631" y="133242"/>
                  <a:pt x="103071" y="136557"/>
                </a:cubicBezTo>
                <a:cubicBezTo>
                  <a:pt x="105114" y="141178"/>
                  <a:pt x="107123" y="145766"/>
                  <a:pt x="107123" y="150622"/>
                </a:cubicBezTo>
                <a:cubicBezTo>
                  <a:pt x="107123" y="161270"/>
                  <a:pt x="99890" y="170948"/>
                  <a:pt x="89241" y="171383"/>
                </a:cubicBezTo>
                <a:cubicBezTo>
                  <a:pt x="88069" y="171417"/>
                  <a:pt x="86897" y="171450"/>
                  <a:pt x="85692" y="171450"/>
                </a:cubicBezTo>
                <a:cubicBezTo>
                  <a:pt x="38342" y="171450"/>
                  <a:pt x="-33" y="133075"/>
                  <a:pt x="-33" y="85725"/>
                </a:cubicBezTo>
                <a:cubicBezTo>
                  <a:pt x="-33" y="38375"/>
                  <a:pt x="38375" y="0"/>
                  <a:pt x="85725" y="0"/>
                </a:cubicBezTo>
                <a:cubicBezTo>
                  <a:pt x="133075" y="0"/>
                  <a:pt x="171450" y="38375"/>
                  <a:pt x="171450" y="85725"/>
                </a:cubicBezTo>
                <a:close/>
                <a:moveTo>
                  <a:pt x="42863" y="96441"/>
                </a:moveTo>
                <a:cubicBezTo>
                  <a:pt x="42863" y="90527"/>
                  <a:pt x="38061" y="85725"/>
                  <a:pt x="32147" y="85725"/>
                </a:cubicBezTo>
                <a:cubicBezTo>
                  <a:pt x="26233" y="85725"/>
                  <a:pt x="21431" y="90527"/>
                  <a:pt x="21431" y="96441"/>
                </a:cubicBezTo>
                <a:cubicBezTo>
                  <a:pt x="21431" y="102355"/>
                  <a:pt x="26233" y="107156"/>
                  <a:pt x="32147" y="107156"/>
                </a:cubicBezTo>
                <a:cubicBezTo>
                  <a:pt x="38061" y="107156"/>
                  <a:pt x="42863" y="102355"/>
                  <a:pt x="42863" y="96441"/>
                </a:cubicBezTo>
                <a:close/>
                <a:moveTo>
                  <a:pt x="42863" y="64294"/>
                </a:moveTo>
                <a:cubicBezTo>
                  <a:pt x="48777" y="64294"/>
                  <a:pt x="53578" y="59492"/>
                  <a:pt x="53578" y="53578"/>
                </a:cubicBezTo>
                <a:cubicBezTo>
                  <a:pt x="53578" y="47664"/>
                  <a:pt x="48777" y="42863"/>
                  <a:pt x="42863" y="42863"/>
                </a:cubicBezTo>
                <a:cubicBezTo>
                  <a:pt x="36948" y="42863"/>
                  <a:pt x="32147" y="47664"/>
                  <a:pt x="32147" y="53578"/>
                </a:cubicBezTo>
                <a:cubicBezTo>
                  <a:pt x="32147" y="59492"/>
                  <a:pt x="36948" y="64294"/>
                  <a:pt x="42863" y="64294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128588" y="64294"/>
                </a:moveTo>
                <a:cubicBezTo>
                  <a:pt x="134502" y="64294"/>
                  <a:pt x="139303" y="59492"/>
                  <a:pt x="139303" y="53578"/>
                </a:cubicBezTo>
                <a:cubicBezTo>
                  <a:pt x="139303" y="47664"/>
                  <a:pt x="134502" y="42863"/>
                  <a:pt x="128588" y="42863"/>
                </a:cubicBezTo>
                <a:cubicBezTo>
                  <a:pt x="122673" y="42863"/>
                  <a:pt x="117872" y="47664"/>
                  <a:pt x="117872" y="53578"/>
                </a:cubicBezTo>
                <a:cubicBezTo>
                  <a:pt x="117872" y="59492"/>
                  <a:pt x="122673" y="64294"/>
                  <a:pt x="128588" y="64294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760095" y="1508643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Түс палитрасы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830" y="1893453"/>
            <a:ext cx="2617470" cy="807720"/>
          </a:xfrm>
          <a:custGeom>
            <a:avLst/>
            <a:gdLst/>
            <a:ahLst/>
            <a:cxnLst/>
            <a:rect l="l" t="t" r="r" b="b"/>
            <a:pathLst>
              <a:path w="2617470" h="807720">
                <a:moveTo>
                  <a:pt x="76200" y="0"/>
                </a:moveTo>
                <a:lnTo>
                  <a:pt x="2541270" y="0"/>
                </a:lnTo>
                <a:cubicBezTo>
                  <a:pt x="2583354" y="0"/>
                  <a:pt x="2617470" y="34116"/>
                  <a:pt x="2617470" y="76200"/>
                </a:cubicBezTo>
                <a:lnTo>
                  <a:pt x="2617470" y="731520"/>
                </a:lnTo>
                <a:cubicBezTo>
                  <a:pt x="2617470" y="773604"/>
                  <a:pt x="2583354" y="807720"/>
                  <a:pt x="25412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50816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840" y="1973461"/>
            <a:ext cx="2457450" cy="304800"/>
          </a:xfrm>
          <a:custGeom>
            <a:avLst/>
            <a:gdLst/>
            <a:ahLst/>
            <a:cxnLst/>
            <a:rect l="l" t="t" r="r" b="b"/>
            <a:pathLst>
              <a:path w="2457450" h="304800">
                <a:moveTo>
                  <a:pt x="38100" y="0"/>
                </a:moveTo>
                <a:lnTo>
                  <a:pt x="2419350" y="0"/>
                </a:lnTo>
                <a:cubicBezTo>
                  <a:pt x="2440378" y="0"/>
                  <a:pt x="2457450" y="17072"/>
                  <a:pt x="2457450" y="38100"/>
                </a:cubicBezTo>
                <a:lnTo>
                  <a:pt x="2457450" y="266700"/>
                </a:lnTo>
                <a:cubicBezTo>
                  <a:pt x="2457450" y="287728"/>
                  <a:pt x="2440378" y="304800"/>
                  <a:pt x="24193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0816"/>
          </a:solidFill>
          <a:ln/>
        </p:spPr>
      </p:sp>
      <p:sp>
        <p:nvSpPr>
          <p:cNvPr id="11" name="Text 9"/>
          <p:cNvSpPr/>
          <p:nvPr/>
        </p:nvSpPr>
        <p:spPr>
          <a:xfrm>
            <a:off x="624840" y="2316361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#050816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840" y="246864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Негізгі фон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42310" y="1893453"/>
            <a:ext cx="2617470" cy="807720"/>
          </a:xfrm>
          <a:custGeom>
            <a:avLst/>
            <a:gdLst/>
            <a:ahLst/>
            <a:cxnLst/>
            <a:rect l="l" t="t" r="r" b="b"/>
            <a:pathLst>
              <a:path w="2617470" h="807720">
                <a:moveTo>
                  <a:pt x="76200" y="0"/>
                </a:moveTo>
                <a:lnTo>
                  <a:pt x="2541270" y="0"/>
                </a:lnTo>
                <a:cubicBezTo>
                  <a:pt x="2583354" y="0"/>
                  <a:pt x="2617470" y="34116"/>
                  <a:pt x="2617470" y="76200"/>
                </a:cubicBezTo>
                <a:lnTo>
                  <a:pt x="2617470" y="731520"/>
                </a:lnTo>
                <a:cubicBezTo>
                  <a:pt x="2617470" y="773604"/>
                  <a:pt x="2583354" y="807720"/>
                  <a:pt x="25412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2320" y="1973461"/>
            <a:ext cx="2457450" cy="304800"/>
          </a:xfrm>
          <a:custGeom>
            <a:avLst/>
            <a:gdLst/>
            <a:ahLst/>
            <a:cxnLst/>
            <a:rect l="l" t="t" r="r" b="b"/>
            <a:pathLst>
              <a:path w="2457450" h="304800">
                <a:moveTo>
                  <a:pt x="38100" y="0"/>
                </a:moveTo>
                <a:lnTo>
                  <a:pt x="2419350" y="0"/>
                </a:lnTo>
                <a:cubicBezTo>
                  <a:pt x="2440378" y="0"/>
                  <a:pt x="2457450" y="17072"/>
                  <a:pt x="2457450" y="38100"/>
                </a:cubicBezTo>
                <a:lnTo>
                  <a:pt x="2457450" y="266700"/>
                </a:lnTo>
                <a:cubicBezTo>
                  <a:pt x="2457450" y="287728"/>
                  <a:pt x="2440378" y="304800"/>
                  <a:pt x="24193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3322320" y="2316361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#4f46e5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22320" y="246864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Акцент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4830" y="2784752"/>
            <a:ext cx="2617470" cy="807720"/>
          </a:xfrm>
          <a:custGeom>
            <a:avLst/>
            <a:gdLst/>
            <a:ahLst/>
            <a:cxnLst/>
            <a:rect l="l" t="t" r="r" b="b"/>
            <a:pathLst>
              <a:path w="2617470" h="807720">
                <a:moveTo>
                  <a:pt x="76200" y="0"/>
                </a:moveTo>
                <a:lnTo>
                  <a:pt x="2541270" y="0"/>
                </a:lnTo>
                <a:cubicBezTo>
                  <a:pt x="2583354" y="0"/>
                  <a:pt x="2617470" y="34116"/>
                  <a:pt x="2617470" y="76200"/>
                </a:cubicBezTo>
                <a:lnTo>
                  <a:pt x="2617470" y="731520"/>
                </a:lnTo>
                <a:cubicBezTo>
                  <a:pt x="2617470" y="773604"/>
                  <a:pt x="2583354" y="807720"/>
                  <a:pt x="25412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840" y="2864765"/>
            <a:ext cx="2457450" cy="304800"/>
          </a:xfrm>
          <a:custGeom>
            <a:avLst/>
            <a:gdLst/>
            <a:ahLst/>
            <a:cxnLst/>
            <a:rect l="l" t="t" r="r" b="b"/>
            <a:pathLst>
              <a:path w="2457450" h="304800">
                <a:moveTo>
                  <a:pt x="38100" y="0"/>
                </a:moveTo>
                <a:lnTo>
                  <a:pt x="2419350" y="0"/>
                </a:lnTo>
                <a:cubicBezTo>
                  <a:pt x="2440378" y="0"/>
                  <a:pt x="2457450" y="17072"/>
                  <a:pt x="2457450" y="38100"/>
                </a:cubicBezTo>
                <a:lnTo>
                  <a:pt x="2457450" y="266700"/>
                </a:lnTo>
                <a:cubicBezTo>
                  <a:pt x="2457450" y="287728"/>
                  <a:pt x="2440378" y="304800"/>
                  <a:pt x="24193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24840" y="320766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#06b6d4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4840" y="3359944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Циан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42310" y="2784752"/>
            <a:ext cx="2617470" cy="807720"/>
          </a:xfrm>
          <a:custGeom>
            <a:avLst/>
            <a:gdLst/>
            <a:ahLst/>
            <a:cxnLst/>
            <a:rect l="l" t="t" r="r" b="b"/>
            <a:pathLst>
              <a:path w="2617470" h="807720">
                <a:moveTo>
                  <a:pt x="76200" y="0"/>
                </a:moveTo>
                <a:lnTo>
                  <a:pt x="2541270" y="0"/>
                </a:lnTo>
                <a:cubicBezTo>
                  <a:pt x="2583354" y="0"/>
                  <a:pt x="2617470" y="34116"/>
                  <a:pt x="2617470" y="76200"/>
                </a:cubicBezTo>
                <a:lnTo>
                  <a:pt x="2617470" y="731520"/>
                </a:lnTo>
                <a:cubicBezTo>
                  <a:pt x="2617470" y="773604"/>
                  <a:pt x="2583354" y="807720"/>
                  <a:pt x="25412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22320" y="2864765"/>
            <a:ext cx="2457450" cy="304800"/>
          </a:xfrm>
          <a:custGeom>
            <a:avLst/>
            <a:gdLst/>
            <a:ahLst/>
            <a:cxnLst/>
            <a:rect l="l" t="t" r="r" b="b"/>
            <a:pathLst>
              <a:path w="2457450" h="304800">
                <a:moveTo>
                  <a:pt x="38100" y="0"/>
                </a:moveTo>
                <a:lnTo>
                  <a:pt x="2419350" y="0"/>
                </a:lnTo>
                <a:cubicBezTo>
                  <a:pt x="2440378" y="0"/>
                  <a:pt x="2457450" y="17072"/>
                  <a:pt x="2457450" y="38100"/>
                </a:cubicBezTo>
                <a:lnTo>
                  <a:pt x="2457450" y="266700"/>
                </a:lnTo>
                <a:cubicBezTo>
                  <a:pt x="2457450" y="287728"/>
                  <a:pt x="2440378" y="304800"/>
                  <a:pt x="2419350" y="304800"/>
                </a:cubicBezTo>
                <a:lnTo>
                  <a:pt x="38100" y="304800"/>
                </a:lnTo>
                <a:cubicBezTo>
                  <a:pt x="17072" y="304800"/>
                  <a:pt x="0" y="287728"/>
                  <a:pt x="0" y="266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3322320" y="3207665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#f97316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322320" y="3359944"/>
            <a:ext cx="2514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Планета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4810" y="3874174"/>
            <a:ext cx="5627370" cy="1636395"/>
          </a:xfrm>
          <a:custGeom>
            <a:avLst/>
            <a:gdLst/>
            <a:ahLst/>
            <a:cxnLst/>
            <a:rect l="l" t="t" r="r" b="b"/>
            <a:pathLst>
              <a:path w="5627370" h="1636395">
                <a:moveTo>
                  <a:pt x="114302" y="0"/>
                </a:moveTo>
                <a:lnTo>
                  <a:pt x="5513068" y="0"/>
                </a:lnTo>
                <a:cubicBezTo>
                  <a:pt x="5576195" y="0"/>
                  <a:pt x="5627370" y="51175"/>
                  <a:pt x="5627370" y="114302"/>
                </a:cubicBezTo>
                <a:lnTo>
                  <a:pt x="5627370" y="1522093"/>
                </a:lnTo>
                <a:cubicBezTo>
                  <a:pt x="5627370" y="1585220"/>
                  <a:pt x="5576195" y="1636395"/>
                  <a:pt x="5513068" y="1636395"/>
                </a:cubicBezTo>
                <a:lnTo>
                  <a:pt x="114302" y="1636395"/>
                </a:lnTo>
                <a:cubicBezTo>
                  <a:pt x="51175" y="1636395"/>
                  <a:pt x="0" y="1585220"/>
                  <a:pt x="0" y="152209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4832" y="407801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3443" y="4085"/>
                </a:moveTo>
                <a:lnTo>
                  <a:pt x="103908" y="33620"/>
                </a:lnTo>
                <a:lnTo>
                  <a:pt x="137830" y="67542"/>
                </a:lnTo>
                <a:lnTo>
                  <a:pt x="167365" y="38007"/>
                </a:lnTo>
                <a:cubicBezTo>
                  <a:pt x="169977" y="35362"/>
                  <a:pt x="171450" y="31812"/>
                  <a:pt x="171450" y="28129"/>
                </a:cubicBezTo>
                <a:cubicBezTo>
                  <a:pt x="171450" y="24445"/>
                  <a:pt x="169977" y="20895"/>
                  <a:pt x="167365" y="18250"/>
                </a:cubicBezTo>
                <a:lnTo>
                  <a:pt x="153200" y="4085"/>
                </a:lnTo>
                <a:cubicBezTo>
                  <a:pt x="150555" y="1473"/>
                  <a:pt x="147005" y="0"/>
                  <a:pt x="143321" y="0"/>
                </a:cubicBezTo>
                <a:cubicBezTo>
                  <a:pt x="139638" y="0"/>
                  <a:pt x="136088" y="1473"/>
                  <a:pt x="133443" y="4085"/>
                </a:cubicBezTo>
                <a:close/>
                <a:moveTo>
                  <a:pt x="92556" y="44972"/>
                </a:moveTo>
                <a:lnTo>
                  <a:pt x="4085" y="133443"/>
                </a:lnTo>
                <a:cubicBezTo>
                  <a:pt x="1473" y="136088"/>
                  <a:pt x="0" y="139638"/>
                  <a:pt x="0" y="143321"/>
                </a:cubicBezTo>
                <a:cubicBezTo>
                  <a:pt x="0" y="147005"/>
                  <a:pt x="1473" y="150555"/>
                  <a:pt x="4085" y="153200"/>
                </a:cubicBezTo>
                <a:lnTo>
                  <a:pt x="18250" y="167365"/>
                </a:lnTo>
                <a:cubicBezTo>
                  <a:pt x="20895" y="169977"/>
                  <a:pt x="24445" y="171450"/>
                  <a:pt x="28129" y="171450"/>
                </a:cubicBezTo>
                <a:cubicBezTo>
                  <a:pt x="31812" y="171450"/>
                  <a:pt x="35362" y="169977"/>
                  <a:pt x="38007" y="167365"/>
                </a:cubicBezTo>
                <a:lnTo>
                  <a:pt x="126478" y="78894"/>
                </a:lnTo>
                <a:lnTo>
                  <a:pt x="92556" y="44972"/>
                </a:ln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760095" y="4030387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Glassmorphism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1020" y="4411387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Мөлдір панельдер арқылы заманауи көрініс. </a:t>
            </a: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Backdrop-filter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қолданылып, мазмұн фоннан бөлініп тұрады.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4830" y="4962884"/>
            <a:ext cx="5313045" cy="388620"/>
          </a:xfrm>
          <a:custGeom>
            <a:avLst/>
            <a:gdLst/>
            <a:ahLst/>
            <a:cxnLst/>
            <a:rect l="l" t="t" r="r" b="b"/>
            <a:pathLst>
              <a:path w="5313045" h="388620">
                <a:moveTo>
                  <a:pt x="76201" y="0"/>
                </a:moveTo>
                <a:lnTo>
                  <a:pt x="5236844" y="0"/>
                </a:lnTo>
                <a:cubicBezTo>
                  <a:pt x="5278929" y="0"/>
                  <a:pt x="5313045" y="34116"/>
                  <a:pt x="5313045" y="76201"/>
                </a:cubicBezTo>
                <a:lnTo>
                  <a:pt x="5313045" y="312419"/>
                </a:lnTo>
                <a:cubicBezTo>
                  <a:pt x="5313045" y="354504"/>
                  <a:pt x="5278929" y="388620"/>
                  <a:pt x="523684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" y="5080992"/>
            <a:ext cx="513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backdrop-filter: blur(22px)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76010" y="1352430"/>
            <a:ext cx="5627370" cy="1826895"/>
          </a:xfrm>
          <a:custGeom>
            <a:avLst/>
            <a:gdLst/>
            <a:ahLst/>
            <a:cxnLst/>
            <a:rect l="l" t="t" r="r" b="b"/>
            <a:pathLst>
              <a:path w="5627370" h="1826895">
                <a:moveTo>
                  <a:pt x="114309" y="0"/>
                </a:moveTo>
                <a:lnTo>
                  <a:pt x="5513061" y="0"/>
                </a:lnTo>
                <a:cubicBezTo>
                  <a:pt x="5576192" y="0"/>
                  <a:pt x="5627370" y="51178"/>
                  <a:pt x="5627370" y="114309"/>
                </a:cubicBezTo>
                <a:lnTo>
                  <a:pt x="5627370" y="1712586"/>
                </a:lnTo>
                <a:cubicBezTo>
                  <a:pt x="5627370" y="1775717"/>
                  <a:pt x="5576192" y="1826895"/>
                  <a:pt x="5513061" y="1826895"/>
                </a:cubicBezTo>
                <a:lnTo>
                  <a:pt x="114309" y="1826895"/>
                </a:lnTo>
                <a:cubicBezTo>
                  <a:pt x="51178" y="1826895"/>
                  <a:pt x="0" y="1775717"/>
                  <a:pt x="0" y="1712586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6032" y="155626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6551295" y="1508643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Градиенттер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32220" y="1889643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Радиалды градиенттер арқылы тереңдік эффектісі жасалған. Фонда бірнеше жарық нүктелері орналасқан.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36030" y="2441140"/>
            <a:ext cx="5313045" cy="579120"/>
          </a:xfrm>
          <a:custGeom>
            <a:avLst/>
            <a:gdLst/>
            <a:ahLst/>
            <a:cxnLst/>
            <a:rect l="l" t="t" r="r" b="b"/>
            <a:pathLst>
              <a:path w="5313045" h="579120">
                <a:moveTo>
                  <a:pt x="76201" y="0"/>
                </a:moveTo>
                <a:lnTo>
                  <a:pt x="5236844" y="0"/>
                </a:lnTo>
                <a:cubicBezTo>
                  <a:pt x="5278929" y="0"/>
                  <a:pt x="5313045" y="34116"/>
                  <a:pt x="5313045" y="76201"/>
                </a:cubicBezTo>
                <a:lnTo>
                  <a:pt x="5313045" y="502919"/>
                </a:lnTo>
                <a:cubicBezTo>
                  <a:pt x="5313045" y="545004"/>
                  <a:pt x="5278929" y="579120"/>
                  <a:pt x="5236844" y="579120"/>
                </a:cubicBezTo>
                <a:lnTo>
                  <a:pt x="76201" y="579120"/>
                </a:lnTo>
                <a:cubicBezTo>
                  <a:pt x="34116" y="579120"/>
                  <a:pt x="0" y="545004"/>
                  <a:pt x="0" y="5029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4140" y="2559248"/>
            <a:ext cx="513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radial-gradient(circle at 10% 20%,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54140" y="2749632"/>
            <a:ext cx="513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rgba(96, 165, 250, 0.18), transparent)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6010" y="3301962"/>
            <a:ext cx="5627370" cy="2331720"/>
          </a:xfrm>
          <a:custGeom>
            <a:avLst/>
            <a:gdLst/>
            <a:ahLst/>
            <a:cxnLst/>
            <a:rect l="l" t="t" r="r" b="b"/>
            <a:pathLst>
              <a:path w="5627370" h="2331720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2217419"/>
                </a:lnTo>
                <a:cubicBezTo>
                  <a:pt x="5627370" y="2280546"/>
                  <a:pt x="5576196" y="2331720"/>
                  <a:pt x="5513069" y="2331720"/>
                </a:cubicBezTo>
                <a:lnTo>
                  <a:pt x="114301" y="2331720"/>
                </a:lnTo>
                <a:cubicBezTo>
                  <a:pt x="51174" y="2331720"/>
                  <a:pt x="0" y="2280546"/>
                  <a:pt x="0" y="221741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66748" y="350579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5885" y="837"/>
                </a:moveTo>
                <a:cubicBezTo>
                  <a:pt x="28597" y="-536"/>
                  <a:pt x="31879" y="-234"/>
                  <a:pt x="34290" y="1607"/>
                </a:cubicBezTo>
                <a:lnTo>
                  <a:pt x="141446" y="81941"/>
                </a:lnTo>
                <a:cubicBezTo>
                  <a:pt x="144226" y="84017"/>
                  <a:pt x="145331" y="87634"/>
                  <a:pt x="144259" y="90915"/>
                </a:cubicBezTo>
                <a:cubicBezTo>
                  <a:pt x="143188" y="94197"/>
                  <a:pt x="140107" y="96407"/>
                  <a:pt x="136624" y="96407"/>
                </a:cubicBezTo>
                <a:lnTo>
                  <a:pt x="85625" y="96407"/>
                </a:lnTo>
                <a:lnTo>
                  <a:pt x="115394" y="155912"/>
                </a:lnTo>
                <a:cubicBezTo>
                  <a:pt x="118039" y="161203"/>
                  <a:pt x="115896" y="167633"/>
                  <a:pt x="110605" y="170278"/>
                </a:cubicBezTo>
                <a:cubicBezTo>
                  <a:pt x="105315" y="172923"/>
                  <a:pt x="98885" y="170780"/>
                  <a:pt x="96240" y="165489"/>
                </a:cubicBezTo>
                <a:lnTo>
                  <a:pt x="66470" y="105984"/>
                </a:lnTo>
                <a:lnTo>
                  <a:pt x="35897" y="146771"/>
                </a:lnTo>
                <a:cubicBezTo>
                  <a:pt x="33821" y="149550"/>
                  <a:pt x="30205" y="150655"/>
                  <a:pt x="26923" y="149583"/>
                </a:cubicBezTo>
                <a:cubicBezTo>
                  <a:pt x="23641" y="148512"/>
                  <a:pt x="21431" y="145431"/>
                  <a:pt x="21431" y="141982"/>
                </a:cubicBezTo>
                <a:lnTo>
                  <a:pt x="21431" y="8037"/>
                </a:lnTo>
                <a:cubicBezTo>
                  <a:pt x="21431" y="4989"/>
                  <a:pt x="23139" y="2210"/>
                  <a:pt x="25885" y="83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6551295" y="3458170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Тінтуір эффектілері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32220" y="3839170"/>
            <a:ext cx="5314950" cy="495300"/>
          </a:xfrm>
          <a:custGeom>
            <a:avLst/>
            <a:gdLst/>
            <a:ahLst/>
            <a:cxnLst/>
            <a:rect l="l" t="t" r="r" b="b"/>
            <a:pathLst>
              <a:path w="5314950" h="4953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19098"/>
                </a:lnTo>
                <a:cubicBezTo>
                  <a:pt x="5314950" y="461183"/>
                  <a:pt x="5280833" y="495300"/>
                  <a:pt x="52387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44139" y="4020029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55892" y="4532"/>
                </a:moveTo>
                <a:cubicBezTo>
                  <a:pt x="52637" y="1276"/>
                  <a:pt x="47350" y="1276"/>
                  <a:pt x="44094" y="4532"/>
                </a:cubicBezTo>
                <a:lnTo>
                  <a:pt x="2422" y="46204"/>
                </a:lnTo>
                <a:cubicBezTo>
                  <a:pt x="-833" y="49459"/>
                  <a:pt x="-833" y="54746"/>
                  <a:pt x="2422" y="58002"/>
                </a:cubicBezTo>
                <a:cubicBezTo>
                  <a:pt x="5678" y="61258"/>
                  <a:pt x="10965" y="61258"/>
                  <a:pt x="14221" y="58002"/>
                </a:cubicBezTo>
                <a:lnTo>
                  <a:pt x="41672" y="30551"/>
                </a:lnTo>
                <a:lnTo>
                  <a:pt x="41672" y="127099"/>
                </a:lnTo>
                <a:cubicBezTo>
                  <a:pt x="41672" y="131709"/>
                  <a:pt x="45396" y="135434"/>
                  <a:pt x="50006" y="135434"/>
                </a:cubicBezTo>
                <a:cubicBezTo>
                  <a:pt x="54616" y="135434"/>
                  <a:pt x="58341" y="131709"/>
                  <a:pt x="58341" y="127099"/>
                </a:cubicBezTo>
                <a:lnTo>
                  <a:pt x="58341" y="30551"/>
                </a:lnTo>
                <a:lnTo>
                  <a:pt x="85792" y="58002"/>
                </a:lnTo>
                <a:cubicBezTo>
                  <a:pt x="89048" y="61258"/>
                  <a:pt x="94335" y="61258"/>
                  <a:pt x="97590" y="58002"/>
                </a:cubicBezTo>
                <a:cubicBezTo>
                  <a:pt x="100846" y="54746"/>
                  <a:pt x="100846" y="49459"/>
                  <a:pt x="97590" y="46204"/>
                </a:cubicBezTo>
                <a:lnTo>
                  <a:pt x="55918" y="4532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6689407" y="391537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Hover анимациялары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89407" y="4105870"/>
            <a:ext cx="1400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transform: translateY(-3px)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2220" y="4410554"/>
            <a:ext cx="5314950" cy="495300"/>
          </a:xfrm>
          <a:custGeom>
            <a:avLst/>
            <a:gdLst/>
            <a:ahLst/>
            <a:cxnLst/>
            <a:rect l="l" t="t" r="r" b="b"/>
            <a:pathLst>
              <a:path w="5314950" h="4953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19098"/>
                </a:lnTo>
                <a:cubicBezTo>
                  <a:pt x="5314950" y="461183"/>
                  <a:pt x="5280833" y="495300"/>
                  <a:pt x="52387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27470" y="459140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47" name="Text 45"/>
          <p:cNvSpPr/>
          <p:nvPr/>
        </p:nvSpPr>
        <p:spPr>
          <a:xfrm>
            <a:off x="6689407" y="4486754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Көлеңкелер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89407" y="4677254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box-shadow: 0 26px 70px ...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32220" y="4981933"/>
            <a:ext cx="5314950" cy="495300"/>
          </a:xfrm>
          <a:custGeom>
            <a:avLst/>
            <a:gdLst/>
            <a:ahLst/>
            <a:cxnLst/>
            <a:rect l="l" t="t" r="r" b="b"/>
            <a:pathLst>
              <a:path w="5314950" h="495300">
                <a:moveTo>
                  <a:pt x="76202" y="0"/>
                </a:moveTo>
                <a:lnTo>
                  <a:pt x="5238748" y="0"/>
                </a:lnTo>
                <a:cubicBezTo>
                  <a:pt x="5280833" y="0"/>
                  <a:pt x="5314950" y="34117"/>
                  <a:pt x="5314950" y="76202"/>
                </a:cubicBezTo>
                <a:lnTo>
                  <a:pt x="5314950" y="419098"/>
                </a:lnTo>
                <a:cubicBezTo>
                  <a:pt x="5314950" y="461183"/>
                  <a:pt x="5280833" y="495300"/>
                  <a:pt x="52387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27470" y="5162787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103474" y="0"/>
                  <a:pt x="133350" y="29876"/>
                  <a:pt x="133350" y="66675"/>
                </a:cubicBezTo>
                <a:cubicBezTo>
                  <a:pt x="133350" y="103474"/>
                  <a:pt x="103474" y="133350"/>
                  <a:pt x="66675" y="133350"/>
                </a:cubicBezTo>
                <a:cubicBezTo>
                  <a:pt x="29876" y="133350"/>
                  <a:pt x="0" y="103474"/>
                  <a:pt x="0" y="66675"/>
                </a:cubicBezTo>
                <a:cubicBezTo>
                  <a:pt x="0" y="29876"/>
                  <a:pt x="29876" y="0"/>
                  <a:pt x="66675" y="0"/>
                </a:cubicBezTo>
                <a:close/>
                <a:moveTo>
                  <a:pt x="60424" y="31254"/>
                </a:moveTo>
                <a:lnTo>
                  <a:pt x="60424" y="66675"/>
                </a:lnTo>
                <a:cubicBezTo>
                  <a:pt x="60424" y="68759"/>
                  <a:pt x="61466" y="70712"/>
                  <a:pt x="63211" y="71884"/>
                </a:cubicBezTo>
                <a:lnTo>
                  <a:pt x="88214" y="88553"/>
                </a:lnTo>
                <a:cubicBezTo>
                  <a:pt x="91079" y="90480"/>
                  <a:pt x="94960" y="89699"/>
                  <a:pt x="96887" y="86808"/>
                </a:cubicBezTo>
                <a:cubicBezTo>
                  <a:pt x="98814" y="83917"/>
                  <a:pt x="98033" y="80062"/>
                  <a:pt x="95142" y="78135"/>
                </a:cubicBezTo>
                <a:lnTo>
                  <a:pt x="72926" y="63341"/>
                </a:lnTo>
                <a:lnTo>
                  <a:pt x="72926" y="31254"/>
                </a:lnTo>
                <a:cubicBezTo>
                  <a:pt x="72926" y="27790"/>
                  <a:pt x="70139" y="25003"/>
                  <a:pt x="66675" y="25003"/>
                </a:cubicBezTo>
                <a:cubicBezTo>
                  <a:pt x="63211" y="25003"/>
                  <a:pt x="60424" y="27790"/>
                  <a:pt x="60424" y="31254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1" name="Text 49"/>
          <p:cNvSpPr/>
          <p:nvPr/>
        </p:nvSpPr>
        <p:spPr>
          <a:xfrm>
            <a:off x="6689407" y="5058133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689407" y="5248633"/>
            <a:ext cx="1219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transition: all 0.16s ease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4810" y="6046469"/>
            <a:ext cx="11418570" cy="426720"/>
          </a:xfrm>
          <a:custGeom>
            <a:avLst/>
            <a:gdLst/>
            <a:ahLst/>
            <a:cxnLst/>
            <a:rect l="l" t="t" r="r" b="b"/>
            <a:pathLst>
              <a:path w="11418570" h="426720">
                <a:moveTo>
                  <a:pt x="114301" y="0"/>
                </a:moveTo>
                <a:lnTo>
                  <a:pt x="11304269" y="0"/>
                </a:lnTo>
                <a:cubicBezTo>
                  <a:pt x="11367396" y="0"/>
                  <a:pt x="11418570" y="51174"/>
                  <a:pt x="11418570" y="114301"/>
                </a:cubicBezTo>
                <a:lnTo>
                  <a:pt x="11418570" y="312419"/>
                </a:lnTo>
                <a:cubicBezTo>
                  <a:pt x="11418570" y="375546"/>
                  <a:pt x="11367396" y="426720"/>
                  <a:pt x="11304269" y="426720"/>
                </a:cubicBezTo>
                <a:lnTo>
                  <a:pt x="114301" y="426720"/>
                </a:lnTo>
                <a:cubicBezTo>
                  <a:pt x="51174" y="426720"/>
                  <a:pt x="0" y="375546"/>
                  <a:pt x="0" y="3124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6732" y="61645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55" name="Text 53"/>
          <p:cNvSpPr/>
          <p:nvPr/>
        </p:nvSpPr>
        <p:spPr>
          <a:xfrm>
            <a:off x="855345" y="6164582"/>
            <a:ext cx="754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Космостық эстетика:</a:t>
            </a: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Темная тема, неоновые акценты, светящиеся элементы создают ощущение погружения в космос.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236" y="381236"/>
            <a:ext cx="366137" cy="234026"/>
          </a:xfrm>
          <a:custGeom>
            <a:avLst/>
            <a:gdLst/>
            <a:ahLst/>
            <a:cxnLst/>
            <a:rect l="l" t="t" r="r" b="b"/>
            <a:pathLst>
              <a:path w="366137" h="234026">
                <a:moveTo>
                  <a:pt x="117013" y="0"/>
                </a:moveTo>
                <a:lnTo>
                  <a:pt x="249124" y="0"/>
                </a:lnTo>
                <a:cubicBezTo>
                  <a:pt x="313749" y="0"/>
                  <a:pt x="366137" y="52389"/>
                  <a:pt x="366137" y="117013"/>
                </a:cubicBezTo>
                <a:lnTo>
                  <a:pt x="366137" y="117013"/>
                </a:lnTo>
                <a:cubicBezTo>
                  <a:pt x="366137" y="181638"/>
                  <a:pt x="313749" y="234026"/>
                  <a:pt x="249124" y="234026"/>
                </a:cubicBezTo>
                <a:lnTo>
                  <a:pt x="117013" y="234026"/>
                </a:lnTo>
                <a:cubicBezTo>
                  <a:pt x="52432" y="234026"/>
                  <a:pt x="0" y="181594"/>
                  <a:pt x="0" y="117013"/>
                </a:cubicBezTo>
                <a:lnTo>
                  <a:pt x="0" y="117013"/>
                </a:lnTo>
                <a:cubicBezTo>
                  <a:pt x="0" y="52432"/>
                  <a:pt x="52432" y="0"/>
                  <a:pt x="117013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8249" y="422759"/>
            <a:ext cx="188731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7461" y="694410"/>
            <a:ext cx="11606935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5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Интерактивтілік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7461" y="1147363"/>
            <a:ext cx="905907" cy="37746"/>
          </a:xfrm>
          <a:custGeom>
            <a:avLst/>
            <a:gdLst/>
            <a:ahLst/>
            <a:cxnLst/>
            <a:rect l="l" t="t" r="r" b="b"/>
            <a:pathLst>
              <a:path w="905907" h="37746">
                <a:moveTo>
                  <a:pt x="0" y="0"/>
                </a:moveTo>
                <a:lnTo>
                  <a:pt x="905907" y="0"/>
                </a:lnTo>
                <a:lnTo>
                  <a:pt x="905907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1236" y="1339869"/>
            <a:ext cx="5641159" cy="2008094"/>
          </a:xfrm>
          <a:custGeom>
            <a:avLst/>
            <a:gdLst/>
            <a:ahLst/>
            <a:cxnLst/>
            <a:rect l="l" t="t" r="r" b="b"/>
            <a:pathLst>
              <a:path w="5641159" h="2008094">
                <a:moveTo>
                  <a:pt x="113236" y="0"/>
                </a:moveTo>
                <a:lnTo>
                  <a:pt x="5527923" y="0"/>
                </a:lnTo>
                <a:cubicBezTo>
                  <a:pt x="5590461" y="0"/>
                  <a:pt x="5641159" y="50698"/>
                  <a:pt x="5641159" y="113236"/>
                </a:cubicBezTo>
                <a:lnTo>
                  <a:pt x="5641159" y="1894858"/>
                </a:lnTo>
                <a:cubicBezTo>
                  <a:pt x="5641159" y="1957396"/>
                  <a:pt x="5590461" y="2008094"/>
                  <a:pt x="5527923" y="2008094"/>
                </a:cubicBezTo>
                <a:lnTo>
                  <a:pt x="113236" y="2008094"/>
                </a:lnTo>
                <a:cubicBezTo>
                  <a:pt x="50698" y="2008094"/>
                  <a:pt x="0" y="1957396"/>
                  <a:pt x="0" y="1894858"/>
                </a:cubicBezTo>
                <a:lnTo>
                  <a:pt x="0" y="113236"/>
                </a:lnTo>
                <a:cubicBezTo>
                  <a:pt x="0" y="50698"/>
                  <a:pt x="50698" y="0"/>
                  <a:pt x="113236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0202" y="1541813"/>
            <a:ext cx="148625" cy="169858"/>
          </a:xfrm>
          <a:custGeom>
            <a:avLst/>
            <a:gdLst/>
            <a:ahLst/>
            <a:cxnLst/>
            <a:rect l="l" t="t" r="r" b="b"/>
            <a:pathLst>
              <a:path w="148625" h="169858">
                <a:moveTo>
                  <a:pt x="148625" y="68275"/>
                </a:moveTo>
                <a:cubicBezTo>
                  <a:pt x="143715" y="71526"/>
                  <a:pt x="138076" y="74147"/>
                  <a:pt x="132204" y="76237"/>
                </a:cubicBezTo>
                <a:cubicBezTo>
                  <a:pt x="116611" y="81810"/>
                  <a:pt x="96142" y="84929"/>
                  <a:pt x="74313" y="84929"/>
                </a:cubicBezTo>
                <a:cubicBezTo>
                  <a:pt x="52483" y="84929"/>
                  <a:pt x="31981" y="81777"/>
                  <a:pt x="16422" y="76237"/>
                </a:cubicBezTo>
                <a:cubicBezTo>
                  <a:pt x="10583" y="74147"/>
                  <a:pt x="4910" y="71526"/>
                  <a:pt x="0" y="68275"/>
                </a:cubicBezTo>
                <a:lnTo>
                  <a:pt x="0" y="95545"/>
                </a:lnTo>
                <a:cubicBezTo>
                  <a:pt x="0" y="110208"/>
                  <a:pt x="33275" y="122085"/>
                  <a:pt x="74313" y="122085"/>
                </a:cubicBezTo>
                <a:cubicBezTo>
                  <a:pt x="115351" y="122085"/>
                  <a:pt x="148625" y="110208"/>
                  <a:pt x="148625" y="95545"/>
                </a:cubicBezTo>
                <a:lnTo>
                  <a:pt x="148625" y="68275"/>
                </a:lnTo>
                <a:close/>
                <a:moveTo>
                  <a:pt x="148625" y="42464"/>
                </a:moveTo>
                <a:lnTo>
                  <a:pt x="148625" y="26540"/>
                </a:lnTo>
                <a:cubicBezTo>
                  <a:pt x="148625" y="11877"/>
                  <a:pt x="115351" y="0"/>
                  <a:pt x="74313" y="0"/>
                </a:cubicBezTo>
                <a:cubicBezTo>
                  <a:pt x="33275" y="0"/>
                  <a:pt x="0" y="11877"/>
                  <a:pt x="0" y="26540"/>
                </a:cubicBezTo>
                <a:lnTo>
                  <a:pt x="0" y="42464"/>
                </a:lnTo>
                <a:cubicBezTo>
                  <a:pt x="0" y="57128"/>
                  <a:pt x="33275" y="69005"/>
                  <a:pt x="74313" y="69005"/>
                </a:cubicBezTo>
                <a:cubicBezTo>
                  <a:pt x="115351" y="69005"/>
                  <a:pt x="148625" y="57128"/>
                  <a:pt x="148625" y="42464"/>
                </a:cubicBezTo>
                <a:close/>
                <a:moveTo>
                  <a:pt x="132204" y="129317"/>
                </a:moveTo>
                <a:cubicBezTo>
                  <a:pt x="116644" y="134858"/>
                  <a:pt x="96175" y="138009"/>
                  <a:pt x="74313" y="138009"/>
                </a:cubicBezTo>
                <a:cubicBezTo>
                  <a:pt x="52450" y="138009"/>
                  <a:pt x="31981" y="134858"/>
                  <a:pt x="16422" y="129317"/>
                </a:cubicBezTo>
                <a:cubicBezTo>
                  <a:pt x="10583" y="127227"/>
                  <a:pt x="4910" y="124606"/>
                  <a:pt x="0" y="121355"/>
                </a:cubicBezTo>
                <a:lnTo>
                  <a:pt x="0" y="143317"/>
                </a:lnTo>
                <a:cubicBezTo>
                  <a:pt x="0" y="157981"/>
                  <a:pt x="33275" y="169858"/>
                  <a:pt x="74313" y="169858"/>
                </a:cubicBezTo>
                <a:cubicBezTo>
                  <a:pt x="115351" y="169858"/>
                  <a:pt x="148625" y="157981"/>
                  <a:pt x="148625" y="143317"/>
                </a:cubicBezTo>
                <a:lnTo>
                  <a:pt x="148625" y="121355"/>
                </a:lnTo>
                <a:cubicBezTo>
                  <a:pt x="143715" y="124606"/>
                  <a:pt x="138076" y="127227"/>
                  <a:pt x="132204" y="129317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753035" y="1494631"/>
            <a:ext cx="5199529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Деректер массиві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5995" y="1872092"/>
            <a:ext cx="5397697" cy="21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Барлық нысандар </a:t>
            </a:r>
            <a:r>
              <a:rPr lang="en-US" sz="104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objects[]</a:t>
            </a:r>
            <a:r>
              <a:rPr lang="en-US" sz="104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массивінде JSON форматында сақталған.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9770" y="2203786"/>
            <a:ext cx="5320317" cy="988949"/>
          </a:xfrm>
          <a:custGeom>
            <a:avLst/>
            <a:gdLst/>
            <a:ahLst/>
            <a:cxnLst/>
            <a:rect l="l" t="t" r="r" b="b"/>
            <a:pathLst>
              <a:path w="5320317" h="988949">
                <a:moveTo>
                  <a:pt x="75496" y="0"/>
                </a:moveTo>
                <a:lnTo>
                  <a:pt x="5244821" y="0"/>
                </a:lnTo>
                <a:cubicBezTo>
                  <a:pt x="5286516" y="0"/>
                  <a:pt x="5320317" y="33801"/>
                  <a:pt x="5320317" y="75496"/>
                </a:cubicBezTo>
                <a:lnTo>
                  <a:pt x="5320317" y="913452"/>
                </a:lnTo>
                <a:cubicBezTo>
                  <a:pt x="5320317" y="955148"/>
                  <a:pt x="5286516" y="988949"/>
                  <a:pt x="5244821" y="988949"/>
                </a:cubicBezTo>
                <a:lnTo>
                  <a:pt x="75496" y="988949"/>
                </a:lnTo>
                <a:cubicBezTo>
                  <a:pt x="33801" y="988949"/>
                  <a:pt x="0" y="955148"/>
                  <a:pt x="0" y="913452"/>
                </a:cubicBezTo>
                <a:lnTo>
                  <a:pt x="0" y="75496"/>
                </a:lnTo>
                <a:cubicBezTo>
                  <a:pt x="0" y="33829"/>
                  <a:pt x="33829" y="0"/>
                  <a:pt x="75496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783" y="2320797"/>
            <a:ext cx="5142910" cy="75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 objects = [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 name: "Jupiter", ... },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 name: "Saturn", ... },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13 нысан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236" y="3471465"/>
            <a:ext cx="5641159" cy="2008094"/>
          </a:xfrm>
          <a:custGeom>
            <a:avLst/>
            <a:gdLst/>
            <a:ahLst/>
            <a:cxnLst/>
            <a:rect l="l" t="t" r="r" b="b"/>
            <a:pathLst>
              <a:path w="5641159" h="2008094">
                <a:moveTo>
                  <a:pt x="113236" y="0"/>
                </a:moveTo>
                <a:lnTo>
                  <a:pt x="5527923" y="0"/>
                </a:lnTo>
                <a:cubicBezTo>
                  <a:pt x="5590461" y="0"/>
                  <a:pt x="5641159" y="50698"/>
                  <a:pt x="5641159" y="113236"/>
                </a:cubicBezTo>
                <a:lnTo>
                  <a:pt x="5641159" y="1894858"/>
                </a:lnTo>
                <a:cubicBezTo>
                  <a:pt x="5641159" y="1957396"/>
                  <a:pt x="5590461" y="2008094"/>
                  <a:pt x="5527923" y="2008094"/>
                </a:cubicBezTo>
                <a:lnTo>
                  <a:pt x="113236" y="2008094"/>
                </a:lnTo>
                <a:cubicBezTo>
                  <a:pt x="50698" y="2008094"/>
                  <a:pt x="0" y="1957396"/>
                  <a:pt x="0" y="1894858"/>
                </a:cubicBezTo>
                <a:lnTo>
                  <a:pt x="0" y="113236"/>
                </a:lnTo>
                <a:cubicBezTo>
                  <a:pt x="0" y="50698"/>
                  <a:pt x="50698" y="0"/>
                  <a:pt x="113236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9586" y="3673405"/>
            <a:ext cx="169858" cy="169858"/>
          </a:xfrm>
          <a:custGeom>
            <a:avLst/>
            <a:gdLst/>
            <a:ahLst/>
            <a:cxnLst/>
            <a:rect l="l" t="t" r="r" b="b"/>
            <a:pathLst>
              <a:path w="169858" h="169858">
                <a:moveTo>
                  <a:pt x="10616" y="21232"/>
                </a:moveTo>
                <a:cubicBezTo>
                  <a:pt x="6336" y="21232"/>
                  <a:pt x="2455" y="23820"/>
                  <a:pt x="796" y="27801"/>
                </a:cubicBezTo>
                <a:cubicBezTo>
                  <a:pt x="-863" y="31782"/>
                  <a:pt x="66" y="36327"/>
                  <a:pt x="3118" y="39346"/>
                </a:cubicBezTo>
                <a:lnTo>
                  <a:pt x="63697" y="99957"/>
                </a:lnTo>
                <a:lnTo>
                  <a:pt x="63697" y="138009"/>
                </a:lnTo>
                <a:cubicBezTo>
                  <a:pt x="63697" y="140829"/>
                  <a:pt x="64825" y="143516"/>
                  <a:pt x="66815" y="145507"/>
                </a:cubicBezTo>
                <a:lnTo>
                  <a:pt x="88047" y="166739"/>
                </a:lnTo>
                <a:cubicBezTo>
                  <a:pt x="91099" y="169791"/>
                  <a:pt x="95644" y="170687"/>
                  <a:pt x="99625" y="169028"/>
                </a:cubicBezTo>
                <a:cubicBezTo>
                  <a:pt x="103606" y="167369"/>
                  <a:pt x="106161" y="163521"/>
                  <a:pt x="106161" y="159241"/>
                </a:cubicBezTo>
                <a:lnTo>
                  <a:pt x="106161" y="99957"/>
                </a:lnTo>
                <a:lnTo>
                  <a:pt x="166739" y="39379"/>
                </a:lnTo>
                <a:cubicBezTo>
                  <a:pt x="169791" y="36327"/>
                  <a:pt x="170687" y="31782"/>
                  <a:pt x="169028" y="27801"/>
                </a:cubicBezTo>
                <a:cubicBezTo>
                  <a:pt x="167369" y="23820"/>
                  <a:pt x="163521" y="21232"/>
                  <a:pt x="159241" y="21232"/>
                </a:cubicBezTo>
                <a:lnTo>
                  <a:pt x="10616" y="21232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753035" y="3626223"/>
            <a:ext cx="5199529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Фильтрация логикасы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5995" y="4003684"/>
            <a:ext cx="5397697" cy="217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Тип және іздеу сұранысының </a:t>
            </a:r>
            <a:r>
              <a:rPr lang="en-US" sz="104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комбинациясы</a:t>
            </a:r>
            <a:r>
              <a:rPr lang="en-US" sz="104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бойынша сүзу.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9770" y="4335378"/>
            <a:ext cx="5320317" cy="988949"/>
          </a:xfrm>
          <a:custGeom>
            <a:avLst/>
            <a:gdLst/>
            <a:ahLst/>
            <a:cxnLst/>
            <a:rect l="l" t="t" r="r" b="b"/>
            <a:pathLst>
              <a:path w="5320317" h="988949">
                <a:moveTo>
                  <a:pt x="75496" y="0"/>
                </a:moveTo>
                <a:lnTo>
                  <a:pt x="5244821" y="0"/>
                </a:lnTo>
                <a:cubicBezTo>
                  <a:pt x="5286516" y="0"/>
                  <a:pt x="5320317" y="33801"/>
                  <a:pt x="5320317" y="75496"/>
                </a:cubicBezTo>
                <a:lnTo>
                  <a:pt x="5320317" y="913452"/>
                </a:lnTo>
                <a:cubicBezTo>
                  <a:pt x="5320317" y="955148"/>
                  <a:pt x="5286516" y="988949"/>
                  <a:pt x="5244821" y="988949"/>
                </a:cubicBezTo>
                <a:lnTo>
                  <a:pt x="75496" y="988949"/>
                </a:lnTo>
                <a:cubicBezTo>
                  <a:pt x="33801" y="988949"/>
                  <a:pt x="0" y="955148"/>
                  <a:pt x="0" y="913452"/>
                </a:cubicBezTo>
                <a:lnTo>
                  <a:pt x="0" y="75496"/>
                </a:lnTo>
                <a:cubicBezTo>
                  <a:pt x="0" y="33829"/>
                  <a:pt x="33829" y="0"/>
                  <a:pt x="75496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783" y="4452394"/>
            <a:ext cx="5142910" cy="75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 filtered = objects.filter(obj =&gt; {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 matchType = type === "all" || ...;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const matchQuery = text.includes(query);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matchType &amp;&amp; matchQuery;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});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7272" y="1339869"/>
            <a:ext cx="5641159" cy="2310063"/>
          </a:xfrm>
          <a:custGeom>
            <a:avLst/>
            <a:gdLst/>
            <a:ahLst/>
            <a:cxnLst/>
            <a:rect l="l" t="t" r="r" b="b"/>
            <a:pathLst>
              <a:path w="5641159" h="2310063">
                <a:moveTo>
                  <a:pt x="113239" y="0"/>
                </a:moveTo>
                <a:lnTo>
                  <a:pt x="5527920" y="0"/>
                </a:lnTo>
                <a:cubicBezTo>
                  <a:pt x="5590460" y="0"/>
                  <a:pt x="5641159" y="50699"/>
                  <a:pt x="5641159" y="113239"/>
                </a:cubicBezTo>
                <a:lnTo>
                  <a:pt x="5641159" y="2196824"/>
                </a:lnTo>
                <a:cubicBezTo>
                  <a:pt x="5641159" y="2259364"/>
                  <a:pt x="5590460" y="2310063"/>
                  <a:pt x="5527920" y="2310063"/>
                </a:cubicBezTo>
                <a:lnTo>
                  <a:pt x="113239" y="2310063"/>
                </a:lnTo>
                <a:cubicBezTo>
                  <a:pt x="50699" y="2310063"/>
                  <a:pt x="0" y="2259364"/>
                  <a:pt x="0" y="2196824"/>
                </a:cubicBezTo>
                <a:lnTo>
                  <a:pt x="0" y="113239"/>
                </a:lnTo>
                <a:cubicBezTo>
                  <a:pt x="0" y="50699"/>
                  <a:pt x="50699" y="0"/>
                  <a:pt x="113239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5007" y="1541813"/>
            <a:ext cx="191090" cy="169858"/>
          </a:xfrm>
          <a:custGeom>
            <a:avLst/>
            <a:gdLst/>
            <a:ahLst/>
            <a:cxnLst/>
            <a:rect l="l" t="t" r="r" b="b"/>
            <a:pathLst>
              <a:path w="191090" h="169858">
                <a:moveTo>
                  <a:pt x="119697" y="398"/>
                </a:moveTo>
                <a:cubicBezTo>
                  <a:pt x="114057" y="-1227"/>
                  <a:pt x="108185" y="2057"/>
                  <a:pt x="106559" y="7697"/>
                </a:cubicBezTo>
                <a:lnTo>
                  <a:pt x="64095" y="156322"/>
                </a:lnTo>
                <a:cubicBezTo>
                  <a:pt x="62469" y="161962"/>
                  <a:pt x="65753" y="167834"/>
                  <a:pt x="71393" y="169459"/>
                </a:cubicBezTo>
                <a:cubicBezTo>
                  <a:pt x="77033" y="171085"/>
                  <a:pt x="82905" y="167801"/>
                  <a:pt x="84531" y="162161"/>
                </a:cubicBezTo>
                <a:lnTo>
                  <a:pt x="126995" y="13536"/>
                </a:lnTo>
                <a:cubicBezTo>
                  <a:pt x="128621" y="7896"/>
                  <a:pt x="125336" y="2024"/>
                  <a:pt x="119697" y="398"/>
                </a:cubicBezTo>
                <a:close/>
                <a:moveTo>
                  <a:pt x="141128" y="45550"/>
                </a:moveTo>
                <a:cubicBezTo>
                  <a:pt x="136981" y="49697"/>
                  <a:pt x="136981" y="56431"/>
                  <a:pt x="141128" y="60578"/>
                </a:cubicBezTo>
                <a:lnTo>
                  <a:pt x="165478" y="84929"/>
                </a:lnTo>
                <a:lnTo>
                  <a:pt x="141128" y="109279"/>
                </a:lnTo>
                <a:cubicBezTo>
                  <a:pt x="136981" y="113426"/>
                  <a:pt x="136981" y="120161"/>
                  <a:pt x="141128" y="124308"/>
                </a:cubicBezTo>
                <a:cubicBezTo>
                  <a:pt x="145275" y="128455"/>
                  <a:pt x="152009" y="128455"/>
                  <a:pt x="156156" y="124308"/>
                </a:cubicBezTo>
                <a:lnTo>
                  <a:pt x="188004" y="92460"/>
                </a:lnTo>
                <a:cubicBezTo>
                  <a:pt x="192151" y="88313"/>
                  <a:pt x="192151" y="81578"/>
                  <a:pt x="188004" y="77431"/>
                </a:cubicBezTo>
                <a:lnTo>
                  <a:pt x="156156" y="45583"/>
                </a:lnTo>
                <a:cubicBezTo>
                  <a:pt x="152009" y="41436"/>
                  <a:pt x="145275" y="41436"/>
                  <a:pt x="141128" y="45583"/>
                </a:cubicBezTo>
                <a:close/>
                <a:moveTo>
                  <a:pt x="49995" y="45550"/>
                </a:moveTo>
                <a:cubicBezTo>
                  <a:pt x="45848" y="41403"/>
                  <a:pt x="39114" y="41403"/>
                  <a:pt x="34967" y="45550"/>
                </a:cubicBezTo>
                <a:lnTo>
                  <a:pt x="3118" y="77398"/>
                </a:lnTo>
                <a:cubicBezTo>
                  <a:pt x="-1028" y="81545"/>
                  <a:pt x="-1028" y="88279"/>
                  <a:pt x="3118" y="92426"/>
                </a:cubicBezTo>
                <a:lnTo>
                  <a:pt x="34967" y="124275"/>
                </a:lnTo>
                <a:cubicBezTo>
                  <a:pt x="39114" y="128422"/>
                  <a:pt x="45848" y="128422"/>
                  <a:pt x="49995" y="124275"/>
                </a:cubicBezTo>
                <a:cubicBezTo>
                  <a:pt x="54142" y="120128"/>
                  <a:pt x="54142" y="113393"/>
                  <a:pt x="49995" y="109246"/>
                </a:cubicBezTo>
                <a:lnTo>
                  <a:pt x="25645" y="84929"/>
                </a:lnTo>
                <a:lnTo>
                  <a:pt x="49962" y="60578"/>
                </a:lnTo>
                <a:cubicBezTo>
                  <a:pt x="54109" y="56431"/>
                  <a:pt x="54109" y="49697"/>
                  <a:pt x="49962" y="4555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6549072" y="1494631"/>
            <a:ext cx="5199529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 манипуляциялары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32031" y="1872092"/>
            <a:ext cx="5331641" cy="490700"/>
          </a:xfrm>
          <a:custGeom>
            <a:avLst/>
            <a:gdLst/>
            <a:ahLst/>
            <a:cxnLst/>
            <a:rect l="l" t="t" r="r" b="b"/>
            <a:pathLst>
              <a:path w="5331641" h="490700">
                <a:moveTo>
                  <a:pt x="75494" y="0"/>
                </a:moveTo>
                <a:lnTo>
                  <a:pt x="5256147" y="0"/>
                </a:lnTo>
                <a:cubicBezTo>
                  <a:pt x="5297841" y="0"/>
                  <a:pt x="5331641" y="33800"/>
                  <a:pt x="5331641" y="75494"/>
                </a:cubicBezTo>
                <a:lnTo>
                  <a:pt x="5331641" y="415206"/>
                </a:lnTo>
                <a:cubicBezTo>
                  <a:pt x="5331641" y="456900"/>
                  <a:pt x="5297841" y="490700"/>
                  <a:pt x="5256147" y="490700"/>
                </a:cubicBezTo>
                <a:lnTo>
                  <a:pt x="75494" y="490700"/>
                </a:lnTo>
                <a:cubicBezTo>
                  <a:pt x="33800" y="490700"/>
                  <a:pt x="0" y="456900"/>
                  <a:pt x="0" y="415206"/>
                </a:cubicBez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07524" y="1966457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37747" y="0"/>
                </a:moveTo>
                <a:lnTo>
                  <a:pt x="188730" y="0"/>
                </a:lnTo>
                <a:cubicBezTo>
                  <a:pt x="209563" y="0"/>
                  <a:pt x="226477" y="16914"/>
                  <a:pt x="226477" y="37747"/>
                </a:cubicBezTo>
                <a:lnTo>
                  <a:pt x="226477" y="188730"/>
                </a:lnTo>
                <a:cubicBezTo>
                  <a:pt x="226477" y="209577"/>
                  <a:pt x="209577" y="226477"/>
                  <a:pt x="188730" y="226477"/>
                </a:cubicBezTo>
                <a:lnTo>
                  <a:pt x="37747" y="226477"/>
                </a:lnTo>
                <a:cubicBezTo>
                  <a:pt x="16914" y="226477"/>
                  <a:pt x="0" y="209563"/>
                  <a:pt x="0" y="188730"/>
                </a:cubicBezTo>
                <a:lnTo>
                  <a:pt x="0" y="37747"/>
                </a:lnTo>
                <a:cubicBezTo>
                  <a:pt x="0" y="16914"/>
                  <a:pt x="16914" y="0"/>
                  <a:pt x="37747" y="0"/>
                </a:cubicBezTo>
                <a:close/>
              </a:path>
            </a:pathLst>
          </a:custGeom>
          <a:solidFill>
            <a:srgbClr val="4F46E5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502715" y="2004203"/>
            <a:ext cx="94365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b="1" dirty="0">
                <a:solidFill>
                  <a:srgbClr val="4F46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47239" y="1947584"/>
            <a:ext cx="134942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createElement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47239" y="2136315"/>
            <a:ext cx="1339988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Жаңа элементтер жасау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32031" y="2438164"/>
            <a:ext cx="5331641" cy="490700"/>
          </a:xfrm>
          <a:custGeom>
            <a:avLst/>
            <a:gdLst/>
            <a:ahLst/>
            <a:cxnLst/>
            <a:rect l="l" t="t" r="r" b="b"/>
            <a:pathLst>
              <a:path w="5331641" h="490700">
                <a:moveTo>
                  <a:pt x="75494" y="0"/>
                </a:moveTo>
                <a:lnTo>
                  <a:pt x="5256147" y="0"/>
                </a:lnTo>
                <a:cubicBezTo>
                  <a:pt x="5297841" y="0"/>
                  <a:pt x="5331641" y="33800"/>
                  <a:pt x="5331641" y="75494"/>
                </a:cubicBezTo>
                <a:lnTo>
                  <a:pt x="5331641" y="415206"/>
                </a:lnTo>
                <a:cubicBezTo>
                  <a:pt x="5331641" y="456900"/>
                  <a:pt x="5297841" y="490700"/>
                  <a:pt x="5256147" y="490700"/>
                </a:cubicBezTo>
                <a:lnTo>
                  <a:pt x="75494" y="490700"/>
                </a:lnTo>
                <a:cubicBezTo>
                  <a:pt x="33800" y="490700"/>
                  <a:pt x="0" y="456900"/>
                  <a:pt x="0" y="415206"/>
                </a:cubicBez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07524" y="2532529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37747" y="0"/>
                </a:moveTo>
                <a:lnTo>
                  <a:pt x="188730" y="0"/>
                </a:lnTo>
                <a:cubicBezTo>
                  <a:pt x="209563" y="0"/>
                  <a:pt x="226477" y="16914"/>
                  <a:pt x="226477" y="37747"/>
                </a:cubicBezTo>
                <a:lnTo>
                  <a:pt x="226477" y="188730"/>
                </a:lnTo>
                <a:cubicBezTo>
                  <a:pt x="226477" y="209577"/>
                  <a:pt x="209577" y="226477"/>
                  <a:pt x="188730" y="226477"/>
                </a:cubicBezTo>
                <a:lnTo>
                  <a:pt x="37747" y="226477"/>
                </a:lnTo>
                <a:cubicBezTo>
                  <a:pt x="16914" y="226477"/>
                  <a:pt x="0" y="209563"/>
                  <a:pt x="0" y="188730"/>
                </a:cubicBezTo>
                <a:lnTo>
                  <a:pt x="0" y="37747"/>
                </a:lnTo>
                <a:cubicBezTo>
                  <a:pt x="0" y="16914"/>
                  <a:pt x="16914" y="0"/>
                  <a:pt x="37747" y="0"/>
                </a:cubicBezTo>
                <a:close/>
              </a:path>
            </a:pathLst>
          </a:custGeom>
          <a:solidFill>
            <a:srgbClr val="06B6D4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91863" y="2570276"/>
            <a:ext cx="113238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47239" y="2513656"/>
            <a:ext cx="110407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innerHTML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47239" y="2702387"/>
            <a:ext cx="1094638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 мазмұн енгізу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32031" y="3004241"/>
            <a:ext cx="5331641" cy="490700"/>
          </a:xfrm>
          <a:custGeom>
            <a:avLst/>
            <a:gdLst/>
            <a:ahLst/>
            <a:cxnLst/>
            <a:rect l="l" t="t" r="r" b="b"/>
            <a:pathLst>
              <a:path w="5331641" h="490700">
                <a:moveTo>
                  <a:pt x="75494" y="0"/>
                </a:moveTo>
                <a:lnTo>
                  <a:pt x="5256147" y="0"/>
                </a:lnTo>
                <a:cubicBezTo>
                  <a:pt x="5297841" y="0"/>
                  <a:pt x="5331641" y="33800"/>
                  <a:pt x="5331641" y="75494"/>
                </a:cubicBezTo>
                <a:lnTo>
                  <a:pt x="5331641" y="415206"/>
                </a:lnTo>
                <a:cubicBezTo>
                  <a:pt x="5331641" y="456900"/>
                  <a:pt x="5297841" y="490700"/>
                  <a:pt x="5256147" y="490700"/>
                </a:cubicBezTo>
                <a:lnTo>
                  <a:pt x="75494" y="490700"/>
                </a:lnTo>
                <a:cubicBezTo>
                  <a:pt x="33800" y="490700"/>
                  <a:pt x="0" y="456900"/>
                  <a:pt x="0" y="415206"/>
                </a:cubicBezTo>
                <a:lnTo>
                  <a:pt x="0" y="75494"/>
                </a:lnTo>
                <a:cubicBezTo>
                  <a:pt x="0" y="33800"/>
                  <a:pt x="33800" y="0"/>
                  <a:pt x="75494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07524" y="3098606"/>
            <a:ext cx="226477" cy="226477"/>
          </a:xfrm>
          <a:custGeom>
            <a:avLst/>
            <a:gdLst/>
            <a:ahLst/>
            <a:cxnLst/>
            <a:rect l="l" t="t" r="r" b="b"/>
            <a:pathLst>
              <a:path w="226477" h="226477">
                <a:moveTo>
                  <a:pt x="37747" y="0"/>
                </a:moveTo>
                <a:lnTo>
                  <a:pt x="188730" y="0"/>
                </a:lnTo>
                <a:cubicBezTo>
                  <a:pt x="209563" y="0"/>
                  <a:pt x="226477" y="16914"/>
                  <a:pt x="226477" y="37747"/>
                </a:cubicBezTo>
                <a:lnTo>
                  <a:pt x="226477" y="188730"/>
                </a:lnTo>
                <a:cubicBezTo>
                  <a:pt x="226477" y="209577"/>
                  <a:pt x="209577" y="226477"/>
                  <a:pt x="188730" y="226477"/>
                </a:cubicBezTo>
                <a:lnTo>
                  <a:pt x="37747" y="226477"/>
                </a:lnTo>
                <a:cubicBezTo>
                  <a:pt x="16914" y="226477"/>
                  <a:pt x="0" y="209563"/>
                  <a:pt x="0" y="188730"/>
                </a:cubicBezTo>
                <a:lnTo>
                  <a:pt x="0" y="37747"/>
                </a:lnTo>
                <a:cubicBezTo>
                  <a:pt x="0" y="16914"/>
                  <a:pt x="16914" y="0"/>
                  <a:pt x="37747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90447" y="3136352"/>
            <a:ext cx="113238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47239" y="3079733"/>
            <a:ext cx="858724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appendChild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47239" y="3268464"/>
            <a:ext cx="849288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Элементті қосу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77272" y="3770366"/>
            <a:ext cx="5641159" cy="1772181"/>
          </a:xfrm>
          <a:custGeom>
            <a:avLst/>
            <a:gdLst/>
            <a:ahLst/>
            <a:cxnLst/>
            <a:rect l="l" t="t" r="r" b="b"/>
            <a:pathLst>
              <a:path w="5641159" h="1772181">
                <a:moveTo>
                  <a:pt x="113242" y="0"/>
                </a:moveTo>
                <a:lnTo>
                  <a:pt x="5527917" y="0"/>
                </a:lnTo>
                <a:cubicBezTo>
                  <a:pt x="5590459" y="0"/>
                  <a:pt x="5641159" y="50700"/>
                  <a:pt x="5641159" y="113242"/>
                </a:cubicBezTo>
                <a:lnTo>
                  <a:pt x="5641159" y="1658938"/>
                </a:lnTo>
                <a:cubicBezTo>
                  <a:pt x="5641159" y="1721480"/>
                  <a:pt x="5590459" y="1772181"/>
                  <a:pt x="5527917" y="1772181"/>
                </a:cubicBezTo>
                <a:lnTo>
                  <a:pt x="113242" y="1772181"/>
                </a:lnTo>
                <a:cubicBezTo>
                  <a:pt x="50700" y="1772181"/>
                  <a:pt x="0" y="1721480"/>
                  <a:pt x="0" y="1658938"/>
                </a:cubicBezTo>
                <a:lnTo>
                  <a:pt x="0" y="113242"/>
                </a:lnTo>
                <a:cubicBezTo>
                  <a:pt x="0" y="50700"/>
                  <a:pt x="50700" y="0"/>
                  <a:pt x="11324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6239" y="3972310"/>
            <a:ext cx="148625" cy="169858"/>
          </a:xfrm>
          <a:custGeom>
            <a:avLst/>
            <a:gdLst/>
            <a:ahLst/>
            <a:cxnLst/>
            <a:rect l="l" t="t" r="r" b="b"/>
            <a:pathLst>
              <a:path w="148625" h="169858">
                <a:moveTo>
                  <a:pt x="112398" y="-3284"/>
                </a:moveTo>
                <a:cubicBezTo>
                  <a:pt x="116346" y="-431"/>
                  <a:pt x="117806" y="4744"/>
                  <a:pt x="116014" y="9256"/>
                </a:cubicBezTo>
                <a:lnTo>
                  <a:pt x="90005" y="74313"/>
                </a:lnTo>
                <a:lnTo>
                  <a:pt x="138009" y="74313"/>
                </a:lnTo>
                <a:cubicBezTo>
                  <a:pt x="142488" y="74313"/>
                  <a:pt x="146469" y="77099"/>
                  <a:pt x="147995" y="81313"/>
                </a:cubicBezTo>
                <a:cubicBezTo>
                  <a:pt x="149521" y="85526"/>
                  <a:pt x="148227" y="90237"/>
                  <a:pt x="144810" y="93090"/>
                </a:cubicBezTo>
                <a:lnTo>
                  <a:pt x="49265" y="172711"/>
                </a:lnTo>
                <a:cubicBezTo>
                  <a:pt x="45517" y="175829"/>
                  <a:pt x="40175" y="175995"/>
                  <a:pt x="36227" y="173142"/>
                </a:cubicBezTo>
                <a:cubicBezTo>
                  <a:pt x="32280" y="170289"/>
                  <a:pt x="30820" y="165114"/>
                  <a:pt x="32611" y="160602"/>
                </a:cubicBezTo>
                <a:lnTo>
                  <a:pt x="58621" y="95545"/>
                </a:lnTo>
                <a:lnTo>
                  <a:pt x="10616" y="95545"/>
                </a:lnTo>
                <a:cubicBezTo>
                  <a:pt x="6137" y="95545"/>
                  <a:pt x="2156" y="92758"/>
                  <a:pt x="630" y="88545"/>
                </a:cubicBezTo>
                <a:cubicBezTo>
                  <a:pt x="-896" y="84332"/>
                  <a:pt x="398" y="79621"/>
                  <a:pt x="3815" y="76768"/>
                </a:cubicBezTo>
                <a:lnTo>
                  <a:pt x="99360" y="-2853"/>
                </a:lnTo>
                <a:cubicBezTo>
                  <a:pt x="103109" y="-5972"/>
                  <a:pt x="108450" y="-6137"/>
                  <a:pt x="112398" y="-3284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8" name="Text 36"/>
          <p:cNvSpPr/>
          <p:nvPr/>
        </p:nvSpPr>
        <p:spPr>
          <a:xfrm>
            <a:off x="6549072" y="3925128"/>
            <a:ext cx="5199529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Оқиға өңдеуіштері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5806" y="4306363"/>
            <a:ext cx="5320317" cy="498249"/>
          </a:xfrm>
          <a:custGeom>
            <a:avLst/>
            <a:gdLst/>
            <a:ahLst/>
            <a:cxnLst/>
            <a:rect l="l" t="t" r="r" b="b"/>
            <a:pathLst>
              <a:path w="5320317" h="498249">
                <a:moveTo>
                  <a:pt x="75495" y="0"/>
                </a:moveTo>
                <a:lnTo>
                  <a:pt x="5244822" y="0"/>
                </a:lnTo>
                <a:cubicBezTo>
                  <a:pt x="5286517" y="0"/>
                  <a:pt x="5320317" y="33800"/>
                  <a:pt x="5320317" y="75495"/>
                </a:cubicBezTo>
                <a:lnTo>
                  <a:pt x="5320317" y="422754"/>
                </a:lnTo>
                <a:cubicBezTo>
                  <a:pt x="5320317" y="464449"/>
                  <a:pt x="5286517" y="498249"/>
                  <a:pt x="5244822" y="498249"/>
                </a:cubicBezTo>
                <a:lnTo>
                  <a:pt x="75495" y="498249"/>
                </a:lnTo>
                <a:cubicBezTo>
                  <a:pt x="33828" y="498249"/>
                  <a:pt x="0" y="464421"/>
                  <a:pt x="0" y="422754"/>
                </a:cubicBezTo>
                <a:lnTo>
                  <a:pt x="0" y="75495"/>
                </a:lnTo>
                <a:cubicBezTo>
                  <a:pt x="0" y="33828"/>
                  <a:pt x="33828" y="0"/>
                  <a:pt x="7549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15073" y="4385628"/>
            <a:ext cx="5218402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click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15073" y="4574244"/>
            <a:ext cx="5218402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Фильтр батырмалары, сілтемелер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5806" y="4887415"/>
            <a:ext cx="5320317" cy="498249"/>
          </a:xfrm>
          <a:custGeom>
            <a:avLst/>
            <a:gdLst/>
            <a:ahLst/>
            <a:cxnLst/>
            <a:rect l="l" t="t" r="r" b="b"/>
            <a:pathLst>
              <a:path w="5320317" h="498249">
                <a:moveTo>
                  <a:pt x="75495" y="0"/>
                </a:moveTo>
                <a:lnTo>
                  <a:pt x="5244822" y="0"/>
                </a:lnTo>
                <a:cubicBezTo>
                  <a:pt x="5286517" y="0"/>
                  <a:pt x="5320317" y="33800"/>
                  <a:pt x="5320317" y="75495"/>
                </a:cubicBezTo>
                <a:lnTo>
                  <a:pt x="5320317" y="422754"/>
                </a:lnTo>
                <a:cubicBezTo>
                  <a:pt x="5320317" y="464449"/>
                  <a:pt x="5286517" y="498249"/>
                  <a:pt x="5244822" y="498249"/>
                </a:cubicBezTo>
                <a:lnTo>
                  <a:pt x="75495" y="498249"/>
                </a:lnTo>
                <a:cubicBezTo>
                  <a:pt x="33828" y="498249"/>
                  <a:pt x="0" y="464421"/>
                  <a:pt x="0" y="422754"/>
                </a:cubicBezTo>
                <a:lnTo>
                  <a:pt x="0" y="75495"/>
                </a:lnTo>
                <a:cubicBezTo>
                  <a:pt x="0" y="33828"/>
                  <a:pt x="33828" y="0"/>
                  <a:pt x="7549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5073" y="4966685"/>
            <a:ext cx="5218402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input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15073" y="5155296"/>
            <a:ext cx="5218402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Іздеу өрісі (нақты уақыт)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77272" y="5664750"/>
            <a:ext cx="5641159" cy="1196552"/>
          </a:xfrm>
          <a:custGeom>
            <a:avLst/>
            <a:gdLst/>
            <a:ahLst/>
            <a:cxnLst/>
            <a:rect l="l" t="t" r="r" b="b"/>
            <a:pathLst>
              <a:path w="5641159" h="1196552">
                <a:moveTo>
                  <a:pt x="113242" y="0"/>
                </a:moveTo>
                <a:lnTo>
                  <a:pt x="5527917" y="0"/>
                </a:lnTo>
                <a:cubicBezTo>
                  <a:pt x="5590459" y="0"/>
                  <a:pt x="5641159" y="50700"/>
                  <a:pt x="5641159" y="113242"/>
                </a:cubicBezTo>
                <a:lnTo>
                  <a:pt x="5641159" y="1083311"/>
                </a:lnTo>
                <a:cubicBezTo>
                  <a:pt x="5641159" y="1145852"/>
                  <a:pt x="5590459" y="1196552"/>
                  <a:pt x="5527917" y="1196552"/>
                </a:cubicBezTo>
                <a:lnTo>
                  <a:pt x="113242" y="1196552"/>
                </a:lnTo>
                <a:cubicBezTo>
                  <a:pt x="50700" y="1196552"/>
                  <a:pt x="0" y="1145852"/>
                  <a:pt x="0" y="1083311"/>
                </a:cubicBezTo>
                <a:lnTo>
                  <a:pt x="0" y="113242"/>
                </a:lnTo>
                <a:cubicBezTo>
                  <a:pt x="0" y="50742"/>
                  <a:pt x="50742" y="0"/>
                  <a:pt x="11324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55623" y="5866694"/>
            <a:ext cx="169858" cy="169858"/>
          </a:xfrm>
          <a:custGeom>
            <a:avLst/>
            <a:gdLst/>
            <a:ahLst/>
            <a:cxnLst/>
            <a:rect l="l" t="t" r="r" b="b"/>
            <a:pathLst>
              <a:path w="169858" h="169858">
                <a:moveTo>
                  <a:pt x="21863" y="75806"/>
                </a:moveTo>
                <a:cubicBezTo>
                  <a:pt x="26275" y="44953"/>
                  <a:pt x="52848" y="21232"/>
                  <a:pt x="84929" y="21232"/>
                </a:cubicBezTo>
                <a:cubicBezTo>
                  <a:pt x="102512" y="21232"/>
                  <a:pt x="118436" y="28365"/>
                  <a:pt x="129981" y="39877"/>
                </a:cubicBezTo>
                <a:cubicBezTo>
                  <a:pt x="130047" y="39943"/>
                  <a:pt x="130114" y="40009"/>
                  <a:pt x="130180" y="40076"/>
                </a:cubicBezTo>
                <a:lnTo>
                  <a:pt x="132701" y="42464"/>
                </a:lnTo>
                <a:lnTo>
                  <a:pt x="116810" y="42464"/>
                </a:lnTo>
                <a:cubicBezTo>
                  <a:pt x="110938" y="42464"/>
                  <a:pt x="106194" y="47208"/>
                  <a:pt x="106194" y="53080"/>
                </a:cubicBezTo>
                <a:cubicBezTo>
                  <a:pt x="106194" y="58953"/>
                  <a:pt x="110938" y="63697"/>
                  <a:pt x="116810" y="63697"/>
                </a:cubicBezTo>
                <a:lnTo>
                  <a:pt x="159275" y="63697"/>
                </a:lnTo>
                <a:cubicBezTo>
                  <a:pt x="165147" y="63697"/>
                  <a:pt x="169891" y="58953"/>
                  <a:pt x="169891" y="53080"/>
                </a:cubicBezTo>
                <a:lnTo>
                  <a:pt x="169891" y="10616"/>
                </a:lnTo>
                <a:cubicBezTo>
                  <a:pt x="169891" y="4744"/>
                  <a:pt x="165147" y="0"/>
                  <a:pt x="159275" y="0"/>
                </a:cubicBezTo>
                <a:cubicBezTo>
                  <a:pt x="153403" y="0"/>
                  <a:pt x="148659" y="4744"/>
                  <a:pt x="148659" y="10616"/>
                </a:cubicBezTo>
                <a:lnTo>
                  <a:pt x="148659" y="28332"/>
                </a:lnTo>
                <a:lnTo>
                  <a:pt x="144910" y="24782"/>
                </a:lnTo>
                <a:cubicBezTo>
                  <a:pt x="129550" y="9488"/>
                  <a:pt x="108317" y="0"/>
                  <a:pt x="84929" y="0"/>
                </a:cubicBezTo>
                <a:cubicBezTo>
                  <a:pt x="42133" y="0"/>
                  <a:pt x="6735" y="31649"/>
                  <a:pt x="863" y="72820"/>
                </a:cubicBezTo>
                <a:cubicBezTo>
                  <a:pt x="33" y="78625"/>
                  <a:pt x="4047" y="84000"/>
                  <a:pt x="9853" y="84829"/>
                </a:cubicBezTo>
                <a:cubicBezTo>
                  <a:pt x="15659" y="85659"/>
                  <a:pt x="21033" y="81611"/>
                  <a:pt x="21863" y="75839"/>
                </a:cubicBezTo>
                <a:close/>
                <a:moveTo>
                  <a:pt x="168995" y="97038"/>
                </a:moveTo>
                <a:cubicBezTo>
                  <a:pt x="169824" y="91232"/>
                  <a:pt x="165777" y="85858"/>
                  <a:pt x="160005" y="85028"/>
                </a:cubicBezTo>
                <a:cubicBezTo>
                  <a:pt x="154232" y="84199"/>
                  <a:pt x="148824" y="88246"/>
                  <a:pt x="147995" y="94019"/>
                </a:cubicBezTo>
                <a:cubicBezTo>
                  <a:pt x="143583" y="124872"/>
                  <a:pt x="117009" y="148592"/>
                  <a:pt x="84929" y="148592"/>
                </a:cubicBezTo>
                <a:cubicBezTo>
                  <a:pt x="67346" y="148592"/>
                  <a:pt x="51422" y="141460"/>
                  <a:pt x="39877" y="129948"/>
                </a:cubicBezTo>
                <a:cubicBezTo>
                  <a:pt x="39810" y="129881"/>
                  <a:pt x="39744" y="129815"/>
                  <a:pt x="39678" y="129749"/>
                </a:cubicBezTo>
                <a:lnTo>
                  <a:pt x="37156" y="127360"/>
                </a:lnTo>
                <a:lnTo>
                  <a:pt x="53047" y="127360"/>
                </a:lnTo>
                <a:cubicBezTo>
                  <a:pt x="58919" y="127360"/>
                  <a:pt x="63663" y="122616"/>
                  <a:pt x="63663" y="116744"/>
                </a:cubicBezTo>
                <a:cubicBezTo>
                  <a:pt x="63663" y="110872"/>
                  <a:pt x="58919" y="106128"/>
                  <a:pt x="53047" y="106128"/>
                </a:cubicBezTo>
                <a:lnTo>
                  <a:pt x="10616" y="106161"/>
                </a:lnTo>
                <a:cubicBezTo>
                  <a:pt x="7796" y="106161"/>
                  <a:pt x="5076" y="107289"/>
                  <a:pt x="3085" y="109313"/>
                </a:cubicBezTo>
                <a:cubicBezTo>
                  <a:pt x="1095" y="111336"/>
                  <a:pt x="-33" y="114024"/>
                  <a:pt x="0" y="116877"/>
                </a:cubicBezTo>
                <a:lnTo>
                  <a:pt x="332" y="159009"/>
                </a:lnTo>
                <a:cubicBezTo>
                  <a:pt x="365" y="164881"/>
                  <a:pt x="5175" y="169592"/>
                  <a:pt x="11047" y="169526"/>
                </a:cubicBezTo>
                <a:cubicBezTo>
                  <a:pt x="16919" y="169459"/>
                  <a:pt x="21630" y="164682"/>
                  <a:pt x="21564" y="158810"/>
                </a:cubicBezTo>
                <a:lnTo>
                  <a:pt x="21431" y="141725"/>
                </a:lnTo>
                <a:lnTo>
                  <a:pt x="24981" y="145076"/>
                </a:lnTo>
                <a:cubicBezTo>
                  <a:pt x="40341" y="160369"/>
                  <a:pt x="61540" y="169858"/>
                  <a:pt x="84929" y="169858"/>
                </a:cubicBezTo>
                <a:cubicBezTo>
                  <a:pt x="127725" y="169858"/>
                  <a:pt x="163123" y="138208"/>
                  <a:pt x="168995" y="97038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47" name="Text 45"/>
          <p:cNvSpPr/>
          <p:nvPr/>
        </p:nvSpPr>
        <p:spPr>
          <a:xfrm>
            <a:off x="6549072" y="5819511"/>
            <a:ext cx="5199529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Анимация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35806" y="6200747"/>
            <a:ext cx="5320317" cy="498249"/>
          </a:xfrm>
          <a:custGeom>
            <a:avLst/>
            <a:gdLst/>
            <a:ahLst/>
            <a:cxnLst/>
            <a:rect l="l" t="t" r="r" b="b"/>
            <a:pathLst>
              <a:path w="5320317" h="498249">
                <a:moveTo>
                  <a:pt x="75495" y="0"/>
                </a:moveTo>
                <a:lnTo>
                  <a:pt x="5244822" y="0"/>
                </a:lnTo>
                <a:cubicBezTo>
                  <a:pt x="5286517" y="0"/>
                  <a:pt x="5320317" y="33800"/>
                  <a:pt x="5320317" y="75495"/>
                </a:cubicBezTo>
                <a:lnTo>
                  <a:pt x="5320317" y="422754"/>
                </a:lnTo>
                <a:cubicBezTo>
                  <a:pt x="5320317" y="464449"/>
                  <a:pt x="5286517" y="498249"/>
                  <a:pt x="5244822" y="498249"/>
                </a:cubicBezTo>
                <a:lnTo>
                  <a:pt x="75495" y="498249"/>
                </a:lnTo>
                <a:cubicBezTo>
                  <a:pt x="33828" y="498249"/>
                  <a:pt x="0" y="464421"/>
                  <a:pt x="0" y="422754"/>
                </a:cubicBezTo>
                <a:lnTo>
                  <a:pt x="0" y="75495"/>
                </a:lnTo>
                <a:cubicBezTo>
                  <a:pt x="0" y="33828"/>
                  <a:pt x="33828" y="0"/>
                  <a:pt x="75495" y="0"/>
                </a:cubicBezTo>
                <a:close/>
              </a:path>
            </a:pathLst>
          </a:custGeom>
          <a:solidFill>
            <a:srgbClr val="1E293B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5073" y="6280012"/>
            <a:ext cx="5218402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setInterval(cycleOrbit, 5000)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15073" y="6468628"/>
            <a:ext cx="5218402" cy="150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92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Әр 5 секунд сайын нысан ауысады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388620" cy="236220"/>
          </a:xfrm>
          <a:custGeom>
            <a:avLst/>
            <a:gdLst/>
            <a:ahLst/>
            <a:cxnLst/>
            <a:rect l="l" t="t" r="r" b="b"/>
            <a:pathLst>
              <a:path w="388620" h="236220">
                <a:moveTo>
                  <a:pt x="118110" y="0"/>
                </a:moveTo>
                <a:lnTo>
                  <a:pt x="270510" y="0"/>
                </a:lnTo>
                <a:cubicBezTo>
                  <a:pt x="335697" y="0"/>
                  <a:pt x="388620" y="52923"/>
                  <a:pt x="388620" y="118110"/>
                </a:cubicBezTo>
                <a:lnTo>
                  <a:pt x="388620" y="118110"/>
                </a:lnTo>
                <a:cubicBezTo>
                  <a:pt x="388620" y="183297"/>
                  <a:pt x="335697" y="236220"/>
                  <a:pt x="270510" y="236220"/>
                </a:cubicBezTo>
                <a:lnTo>
                  <a:pt x="118110" y="236220"/>
                </a:lnTo>
                <a:cubicBezTo>
                  <a:pt x="52880" y="236220"/>
                  <a:pt x="0" y="183340"/>
                  <a:pt x="0" y="118110"/>
                </a:cubicBezTo>
                <a:lnTo>
                  <a:pt x="0" y="118110"/>
                </a:lnTo>
                <a:cubicBezTo>
                  <a:pt x="0" y="52880"/>
                  <a:pt x="52880" y="0"/>
                  <a:pt x="1181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26723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0092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Ғарыш зерттеулерінің маңыздылығы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5812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4810" y="1352430"/>
            <a:ext cx="5627370" cy="1369695"/>
          </a:xfrm>
          <a:custGeom>
            <a:avLst/>
            <a:gdLst/>
            <a:ahLst/>
            <a:cxnLst/>
            <a:rect l="l" t="t" r="r" b="b"/>
            <a:pathLst>
              <a:path w="5627370" h="1369695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1255394"/>
                </a:lnTo>
                <a:cubicBezTo>
                  <a:pt x="5627370" y="1318521"/>
                  <a:pt x="5576196" y="1369695"/>
                  <a:pt x="5513069" y="1369695"/>
                </a:cubicBezTo>
                <a:lnTo>
                  <a:pt x="114301" y="1369695"/>
                </a:lnTo>
                <a:cubicBezTo>
                  <a:pt x="51174" y="1369695"/>
                  <a:pt x="0" y="1318521"/>
                  <a:pt x="0" y="125539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1020" y="150864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74370" y="164199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0724" y="74302"/>
                </a:moveTo>
                <a:lnTo>
                  <a:pt x="32221" y="85799"/>
                </a:lnTo>
                <a:cubicBezTo>
                  <a:pt x="34454" y="88032"/>
                  <a:pt x="37467" y="89297"/>
                  <a:pt x="40630" y="89297"/>
                </a:cubicBezTo>
                <a:lnTo>
                  <a:pt x="48630" y="89297"/>
                </a:lnTo>
                <a:cubicBezTo>
                  <a:pt x="51792" y="89297"/>
                  <a:pt x="54806" y="90562"/>
                  <a:pt x="57038" y="92794"/>
                </a:cubicBezTo>
                <a:lnTo>
                  <a:pt x="67940" y="103696"/>
                </a:lnTo>
                <a:cubicBezTo>
                  <a:pt x="70172" y="105928"/>
                  <a:pt x="71438" y="108942"/>
                  <a:pt x="71438" y="112105"/>
                </a:cubicBezTo>
                <a:lnTo>
                  <a:pt x="71438" y="126057"/>
                </a:lnTo>
                <a:cubicBezTo>
                  <a:pt x="71438" y="129220"/>
                  <a:pt x="72703" y="132234"/>
                  <a:pt x="74935" y="134466"/>
                </a:cubicBezTo>
                <a:lnTo>
                  <a:pt x="79883" y="139415"/>
                </a:lnTo>
                <a:cubicBezTo>
                  <a:pt x="82116" y="141647"/>
                  <a:pt x="83381" y="144661"/>
                  <a:pt x="83381" y="147824"/>
                </a:cubicBezTo>
                <a:lnTo>
                  <a:pt x="83381" y="154781"/>
                </a:lnTo>
                <a:cubicBezTo>
                  <a:pt x="83381" y="161367"/>
                  <a:pt x="88702" y="166688"/>
                  <a:pt x="95287" y="166688"/>
                </a:cubicBezTo>
                <a:cubicBezTo>
                  <a:pt x="101873" y="166688"/>
                  <a:pt x="107193" y="161367"/>
                  <a:pt x="107193" y="154781"/>
                </a:cubicBezTo>
                <a:lnTo>
                  <a:pt x="107193" y="153777"/>
                </a:lnTo>
                <a:cubicBezTo>
                  <a:pt x="107193" y="150614"/>
                  <a:pt x="108458" y="147600"/>
                  <a:pt x="110691" y="145368"/>
                </a:cubicBezTo>
                <a:lnTo>
                  <a:pt x="127546" y="128513"/>
                </a:lnTo>
                <a:cubicBezTo>
                  <a:pt x="129778" y="126281"/>
                  <a:pt x="131043" y="123267"/>
                  <a:pt x="131043" y="120104"/>
                </a:cubicBezTo>
                <a:lnTo>
                  <a:pt x="131043" y="107193"/>
                </a:lnTo>
                <a:cubicBezTo>
                  <a:pt x="131043" y="100608"/>
                  <a:pt x="125723" y="95287"/>
                  <a:pt x="119137" y="95287"/>
                </a:cubicBezTo>
                <a:lnTo>
                  <a:pt x="88367" y="95287"/>
                </a:lnTo>
                <a:cubicBezTo>
                  <a:pt x="85204" y="95287"/>
                  <a:pt x="82190" y="94022"/>
                  <a:pt x="79958" y="91790"/>
                </a:cubicBezTo>
                <a:lnTo>
                  <a:pt x="74005" y="85837"/>
                </a:lnTo>
                <a:cubicBezTo>
                  <a:pt x="72442" y="84274"/>
                  <a:pt x="71549" y="82116"/>
                  <a:pt x="71549" y="79883"/>
                </a:cubicBezTo>
                <a:cubicBezTo>
                  <a:pt x="71549" y="75233"/>
                  <a:pt x="75307" y="71475"/>
                  <a:pt x="79958" y="71475"/>
                </a:cubicBezTo>
                <a:lnTo>
                  <a:pt x="92869" y="71475"/>
                </a:lnTo>
                <a:cubicBezTo>
                  <a:pt x="97520" y="71475"/>
                  <a:pt x="101278" y="67717"/>
                  <a:pt x="101278" y="63066"/>
                </a:cubicBezTo>
                <a:cubicBezTo>
                  <a:pt x="101278" y="60833"/>
                  <a:pt x="100385" y="58675"/>
                  <a:pt x="98822" y="57113"/>
                </a:cubicBezTo>
                <a:lnTo>
                  <a:pt x="91492" y="49783"/>
                </a:lnTo>
                <a:cubicBezTo>
                  <a:pt x="90041" y="48369"/>
                  <a:pt x="89297" y="46546"/>
                  <a:pt x="89297" y="44648"/>
                </a:cubicBezTo>
                <a:cubicBezTo>
                  <a:pt x="89297" y="42751"/>
                  <a:pt x="90041" y="40928"/>
                  <a:pt x="91418" y="39551"/>
                </a:cubicBezTo>
                <a:lnTo>
                  <a:pt x="97854" y="33114"/>
                </a:lnTo>
                <a:cubicBezTo>
                  <a:pt x="100013" y="30956"/>
                  <a:pt x="101240" y="28017"/>
                  <a:pt x="101240" y="24966"/>
                </a:cubicBezTo>
                <a:cubicBezTo>
                  <a:pt x="101240" y="22287"/>
                  <a:pt x="100347" y="19869"/>
                  <a:pt x="98859" y="17934"/>
                </a:cubicBezTo>
                <a:cubicBezTo>
                  <a:pt x="97668" y="17897"/>
                  <a:pt x="96478" y="17859"/>
                  <a:pt x="95287" y="17859"/>
                </a:cubicBezTo>
                <a:cubicBezTo>
                  <a:pt x="59792" y="17859"/>
                  <a:pt x="29914" y="41746"/>
                  <a:pt x="20762" y="74302"/>
                </a:cubicBezTo>
                <a:close/>
                <a:moveTo>
                  <a:pt x="172641" y="95250"/>
                </a:moveTo>
                <a:cubicBezTo>
                  <a:pt x="172641" y="82376"/>
                  <a:pt x="169515" y="70247"/>
                  <a:pt x="163934" y="59606"/>
                </a:cubicBezTo>
                <a:cubicBezTo>
                  <a:pt x="161553" y="59941"/>
                  <a:pt x="159209" y="61057"/>
                  <a:pt x="157274" y="62992"/>
                </a:cubicBezTo>
                <a:lnTo>
                  <a:pt x="152288" y="67977"/>
                </a:lnTo>
                <a:cubicBezTo>
                  <a:pt x="150056" y="70210"/>
                  <a:pt x="148791" y="73223"/>
                  <a:pt x="148791" y="76386"/>
                </a:cubicBezTo>
                <a:lnTo>
                  <a:pt x="148791" y="89297"/>
                </a:lnTo>
                <a:cubicBezTo>
                  <a:pt x="148791" y="95883"/>
                  <a:pt x="154112" y="101203"/>
                  <a:pt x="160697" y="101203"/>
                </a:cubicBezTo>
                <a:lnTo>
                  <a:pt x="169664" y="101203"/>
                </a:lnTo>
                <a:cubicBezTo>
                  <a:pt x="170594" y="101203"/>
                  <a:pt x="171524" y="101092"/>
                  <a:pt x="172380" y="100905"/>
                </a:cubicBezTo>
                <a:cubicBezTo>
                  <a:pt x="172529" y="99045"/>
                  <a:pt x="172566" y="97148"/>
                  <a:pt x="172566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12520" y="1603893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Жаңа планеталарды табу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1020" y="2080143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6000+ экзопланет анықталды, олардың ішінде тіршілікке қолайлылары бар.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5307" y="243006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760095" y="2411137"/>
            <a:ext cx="1362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Kepler-452b, TRAPPIST-1e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810" y="2841548"/>
            <a:ext cx="5627370" cy="1579245"/>
          </a:xfrm>
          <a:custGeom>
            <a:avLst/>
            <a:gdLst/>
            <a:ahLst/>
            <a:cxnLst/>
            <a:rect l="l" t="t" r="r" b="b"/>
            <a:pathLst>
              <a:path w="5627370" h="1579245">
                <a:moveTo>
                  <a:pt x="114306" y="0"/>
                </a:moveTo>
                <a:lnTo>
                  <a:pt x="5513064" y="0"/>
                </a:lnTo>
                <a:cubicBezTo>
                  <a:pt x="5576194" y="0"/>
                  <a:pt x="5627370" y="51176"/>
                  <a:pt x="5627370" y="114306"/>
                </a:cubicBezTo>
                <a:lnTo>
                  <a:pt x="5627370" y="1464939"/>
                </a:lnTo>
                <a:cubicBezTo>
                  <a:pt x="5627370" y="1528069"/>
                  <a:pt x="5576194" y="1579245"/>
                  <a:pt x="5513064" y="1579245"/>
                </a:cubicBezTo>
                <a:lnTo>
                  <a:pt x="114306" y="1579245"/>
                </a:lnTo>
                <a:cubicBezTo>
                  <a:pt x="51176" y="1579245"/>
                  <a:pt x="0" y="1528069"/>
                  <a:pt x="0" y="146493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1020" y="299775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/>
              </a:gs>
              <a:gs pos="100000">
                <a:srgbClr val="4ADE80"/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698183" y="313110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30969" y="0"/>
                </a:moveTo>
                <a:cubicBezTo>
                  <a:pt x="137554" y="0"/>
                  <a:pt x="142875" y="5321"/>
                  <a:pt x="142875" y="11906"/>
                </a:cubicBezTo>
                <a:cubicBezTo>
                  <a:pt x="142875" y="33412"/>
                  <a:pt x="133796" y="50899"/>
                  <a:pt x="121518" y="65670"/>
                </a:cubicBezTo>
                <a:cubicBezTo>
                  <a:pt x="112551" y="76423"/>
                  <a:pt x="101501" y="86171"/>
                  <a:pt x="90413" y="95250"/>
                </a:cubicBezTo>
                <a:cubicBezTo>
                  <a:pt x="101501" y="104366"/>
                  <a:pt x="112551" y="114077"/>
                  <a:pt x="121518" y="124830"/>
                </a:cubicBezTo>
                <a:cubicBezTo>
                  <a:pt x="133796" y="139564"/>
                  <a:pt x="142875" y="157088"/>
                  <a:pt x="142875" y="178594"/>
                </a:cubicBezTo>
                <a:cubicBezTo>
                  <a:pt x="142875" y="185179"/>
                  <a:pt x="137554" y="190500"/>
                  <a:pt x="130969" y="190500"/>
                </a:cubicBezTo>
                <a:cubicBezTo>
                  <a:pt x="124383" y="190500"/>
                  <a:pt x="119063" y="185179"/>
                  <a:pt x="119063" y="178594"/>
                </a:cubicBezTo>
                <a:lnTo>
                  <a:pt x="23812" y="178594"/>
                </a:lnTo>
                <a:cubicBezTo>
                  <a:pt x="23812" y="185179"/>
                  <a:pt x="18492" y="190500"/>
                  <a:pt x="11906" y="190500"/>
                </a:cubicBezTo>
                <a:cubicBezTo>
                  <a:pt x="5321" y="190500"/>
                  <a:pt x="0" y="185179"/>
                  <a:pt x="0" y="178594"/>
                </a:cubicBezTo>
                <a:cubicBezTo>
                  <a:pt x="0" y="157088"/>
                  <a:pt x="9079" y="139601"/>
                  <a:pt x="21357" y="124830"/>
                </a:cubicBezTo>
                <a:cubicBezTo>
                  <a:pt x="30324" y="114077"/>
                  <a:pt x="41374" y="104366"/>
                  <a:pt x="52462" y="95250"/>
                </a:cubicBezTo>
                <a:cubicBezTo>
                  <a:pt x="41374" y="86134"/>
                  <a:pt x="30324" y="76423"/>
                  <a:pt x="21357" y="65670"/>
                </a:cubicBezTo>
                <a:cubicBezTo>
                  <a:pt x="9079" y="50899"/>
                  <a:pt x="0" y="33412"/>
                  <a:pt x="0" y="11906"/>
                </a:cubicBezTo>
                <a:cubicBezTo>
                  <a:pt x="0" y="5321"/>
                  <a:pt x="5321" y="0"/>
                  <a:pt x="11906" y="0"/>
                </a:cubicBezTo>
                <a:cubicBezTo>
                  <a:pt x="18492" y="0"/>
                  <a:pt x="23812" y="5321"/>
                  <a:pt x="23812" y="11906"/>
                </a:cubicBezTo>
                <a:lnTo>
                  <a:pt x="119063" y="11906"/>
                </a:lnTo>
                <a:cubicBezTo>
                  <a:pt x="119063" y="5321"/>
                  <a:pt x="124383" y="0"/>
                  <a:pt x="130969" y="0"/>
                </a:cubicBezTo>
                <a:close/>
                <a:moveTo>
                  <a:pt x="105482" y="142875"/>
                </a:moveTo>
                <a:lnTo>
                  <a:pt x="37430" y="142875"/>
                </a:lnTo>
                <a:cubicBezTo>
                  <a:pt x="34379" y="146782"/>
                  <a:pt x="31812" y="150726"/>
                  <a:pt x="29766" y="154781"/>
                </a:cubicBezTo>
                <a:lnTo>
                  <a:pt x="113184" y="154781"/>
                </a:lnTo>
                <a:cubicBezTo>
                  <a:pt x="111100" y="150726"/>
                  <a:pt x="108533" y="146782"/>
                  <a:pt x="105519" y="142875"/>
                </a:cubicBezTo>
                <a:close/>
                <a:moveTo>
                  <a:pt x="88553" y="125016"/>
                </a:moveTo>
                <a:cubicBezTo>
                  <a:pt x="83232" y="120179"/>
                  <a:pt x="77465" y="115416"/>
                  <a:pt x="71438" y="110505"/>
                </a:cubicBezTo>
                <a:cubicBezTo>
                  <a:pt x="65410" y="115379"/>
                  <a:pt x="59643" y="120179"/>
                  <a:pt x="54322" y="125016"/>
                </a:cubicBezTo>
                <a:lnTo>
                  <a:pt x="88553" y="125016"/>
                </a:lnTo>
                <a:close/>
                <a:moveTo>
                  <a:pt x="37393" y="47625"/>
                </a:moveTo>
                <a:lnTo>
                  <a:pt x="105445" y="47625"/>
                </a:lnTo>
                <a:cubicBezTo>
                  <a:pt x="108496" y="43718"/>
                  <a:pt x="111063" y="39774"/>
                  <a:pt x="113109" y="35719"/>
                </a:cubicBezTo>
                <a:lnTo>
                  <a:pt x="29728" y="35719"/>
                </a:lnTo>
                <a:cubicBezTo>
                  <a:pt x="31812" y="39774"/>
                  <a:pt x="34379" y="43718"/>
                  <a:pt x="37393" y="47625"/>
                </a:cubicBezTo>
                <a:close/>
                <a:moveTo>
                  <a:pt x="54322" y="65484"/>
                </a:moveTo>
                <a:cubicBezTo>
                  <a:pt x="59643" y="70321"/>
                  <a:pt x="65410" y="75084"/>
                  <a:pt x="71438" y="79995"/>
                </a:cubicBezTo>
                <a:cubicBezTo>
                  <a:pt x="77465" y="75121"/>
                  <a:pt x="83232" y="70321"/>
                  <a:pt x="88553" y="65484"/>
                </a:cubicBezTo>
                <a:lnTo>
                  <a:pt x="54322" y="654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12520" y="3093007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Тіршілік іздеу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1020" y="3569257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Марста органикалық қосылыстар табылды, бұл тіршіліктің болу мүмкіндігін арттырады.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5307" y="413587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760095" y="4116944"/>
            <a:ext cx="1085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Perseverance ровері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6010" y="1352430"/>
            <a:ext cx="5627370" cy="1369695"/>
          </a:xfrm>
          <a:custGeom>
            <a:avLst/>
            <a:gdLst/>
            <a:ahLst/>
            <a:cxnLst/>
            <a:rect l="l" t="t" r="r" b="b"/>
            <a:pathLst>
              <a:path w="5627370" h="1369695">
                <a:moveTo>
                  <a:pt x="114301" y="0"/>
                </a:moveTo>
                <a:lnTo>
                  <a:pt x="5513069" y="0"/>
                </a:lnTo>
                <a:cubicBezTo>
                  <a:pt x="5576196" y="0"/>
                  <a:pt x="5627370" y="51174"/>
                  <a:pt x="5627370" y="114301"/>
                </a:cubicBezTo>
                <a:lnTo>
                  <a:pt x="5627370" y="1255394"/>
                </a:lnTo>
                <a:cubicBezTo>
                  <a:pt x="5627370" y="1318521"/>
                  <a:pt x="5576196" y="1369695"/>
                  <a:pt x="5513069" y="1369695"/>
                </a:cubicBezTo>
                <a:lnTo>
                  <a:pt x="114301" y="1369695"/>
                </a:lnTo>
                <a:cubicBezTo>
                  <a:pt x="51174" y="1369695"/>
                  <a:pt x="0" y="1318521"/>
                  <a:pt x="0" y="1255394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2220" y="150864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/>
              </a:gs>
              <a:gs pos="100000">
                <a:srgbClr val="EAB308"/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6453664" y="164199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1603893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Ғаламды түсіну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32220" y="2080143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JWST ең алып галактикаларды көрсетті, Big Bang-тан 280 млн жыл өткеннен кейін.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46507" y="2430066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6551295" y="2411137"/>
            <a:ext cx="1190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MoM-z14 галактикасы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6010" y="2841548"/>
            <a:ext cx="5627370" cy="1579245"/>
          </a:xfrm>
          <a:custGeom>
            <a:avLst/>
            <a:gdLst/>
            <a:ahLst/>
            <a:cxnLst/>
            <a:rect l="l" t="t" r="r" b="b"/>
            <a:pathLst>
              <a:path w="5627370" h="1579245">
                <a:moveTo>
                  <a:pt x="114306" y="0"/>
                </a:moveTo>
                <a:lnTo>
                  <a:pt x="5513064" y="0"/>
                </a:lnTo>
                <a:cubicBezTo>
                  <a:pt x="5576194" y="0"/>
                  <a:pt x="5627370" y="51176"/>
                  <a:pt x="5627370" y="114306"/>
                </a:cubicBezTo>
                <a:lnTo>
                  <a:pt x="5627370" y="1464939"/>
                </a:lnTo>
                <a:cubicBezTo>
                  <a:pt x="5627370" y="1528069"/>
                  <a:pt x="5576194" y="1579245"/>
                  <a:pt x="5513064" y="1579245"/>
                </a:cubicBezTo>
                <a:lnTo>
                  <a:pt x="114306" y="1579245"/>
                </a:lnTo>
                <a:cubicBezTo>
                  <a:pt x="51176" y="1579245"/>
                  <a:pt x="0" y="1528069"/>
                  <a:pt x="0" y="146493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2220" y="299775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/>
              </a:gs>
              <a:gs pos="100000">
                <a:srgbClr val="22D3EE"/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6477476" y="313110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3093007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Технологиялық инновациялар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32220" y="3569257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3D басып шығару, медицина, материалтану – ғарыш зерттеулері жердегі өмірді жақсартады.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6507" y="413587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6551295" y="4116944"/>
            <a:ext cx="1457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Медициналық импланттар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810" y="5970269"/>
            <a:ext cx="11418570" cy="502920"/>
          </a:xfrm>
          <a:custGeom>
            <a:avLst/>
            <a:gdLst/>
            <a:ahLst/>
            <a:cxnLst/>
            <a:rect l="l" t="t" r="r" b="b"/>
            <a:pathLst>
              <a:path w="11418570" h="502920">
                <a:moveTo>
                  <a:pt x="114299" y="0"/>
                </a:moveTo>
                <a:lnTo>
                  <a:pt x="11304271" y="0"/>
                </a:lnTo>
                <a:cubicBezTo>
                  <a:pt x="11367397" y="0"/>
                  <a:pt x="11418570" y="51173"/>
                  <a:pt x="11418570" y="114299"/>
                </a:cubicBezTo>
                <a:lnTo>
                  <a:pt x="11418570" y="388621"/>
                </a:lnTo>
                <a:cubicBezTo>
                  <a:pt x="11418570" y="451747"/>
                  <a:pt x="11367397" y="502920"/>
                  <a:pt x="11304271" y="502920"/>
                </a:cubicBezTo>
                <a:lnTo>
                  <a:pt x="114299" y="502920"/>
                </a:lnTo>
                <a:cubicBezTo>
                  <a:pt x="51173" y="502920"/>
                  <a:pt x="0" y="451747"/>
                  <a:pt x="0" y="3886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A855F7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1020" y="612648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36" name="Text 34"/>
          <p:cNvSpPr/>
          <p:nvPr/>
        </p:nvSpPr>
        <p:spPr>
          <a:xfrm>
            <a:off x="893445" y="6126482"/>
            <a:ext cx="960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Халықаралық ынтымақтастық:</a:t>
            </a: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26 ел, 290+ ғарышкер, 4000+ эксперимент – Халықаралық ғарыш станциясы адамзаттың ынтымақтастығының символы.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388620" cy="236220"/>
          </a:xfrm>
          <a:custGeom>
            <a:avLst/>
            <a:gdLst/>
            <a:ahLst/>
            <a:cxnLst/>
            <a:rect l="l" t="t" r="r" b="b"/>
            <a:pathLst>
              <a:path w="388620" h="236220">
                <a:moveTo>
                  <a:pt x="118110" y="0"/>
                </a:moveTo>
                <a:lnTo>
                  <a:pt x="270510" y="0"/>
                </a:lnTo>
                <a:cubicBezTo>
                  <a:pt x="335697" y="0"/>
                  <a:pt x="388620" y="52923"/>
                  <a:pt x="388620" y="118110"/>
                </a:cubicBezTo>
                <a:lnTo>
                  <a:pt x="388620" y="118110"/>
                </a:lnTo>
                <a:cubicBezTo>
                  <a:pt x="388620" y="183297"/>
                  <a:pt x="335697" y="236220"/>
                  <a:pt x="270510" y="236220"/>
                </a:cubicBezTo>
                <a:lnTo>
                  <a:pt x="118110" y="236220"/>
                </a:lnTo>
                <a:cubicBezTo>
                  <a:pt x="52880" y="236220"/>
                  <a:pt x="0" y="183340"/>
                  <a:pt x="0" y="118110"/>
                </a:cubicBezTo>
                <a:lnTo>
                  <a:pt x="0" y="118110"/>
                </a:lnTo>
                <a:cubicBezTo>
                  <a:pt x="0" y="52880"/>
                  <a:pt x="52880" y="0"/>
                  <a:pt x="1181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26723"/>
            <a:ext cx="209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0092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NASA ашылмалары 2025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5812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4810" y="1352430"/>
            <a:ext cx="3703320" cy="1464945"/>
          </a:xfrm>
          <a:custGeom>
            <a:avLst/>
            <a:gdLst/>
            <a:ahLst/>
            <a:cxnLst/>
            <a:rect l="l" t="t" r="r" b="b"/>
            <a:pathLst>
              <a:path w="3703320" h="1464945">
                <a:moveTo>
                  <a:pt x="114295" y="0"/>
                </a:moveTo>
                <a:lnTo>
                  <a:pt x="3589025" y="0"/>
                </a:lnTo>
                <a:cubicBezTo>
                  <a:pt x="3652148" y="0"/>
                  <a:pt x="3703320" y="51172"/>
                  <a:pt x="3703320" y="114295"/>
                </a:cubicBezTo>
                <a:lnTo>
                  <a:pt x="3703320" y="1350650"/>
                </a:lnTo>
                <a:cubicBezTo>
                  <a:pt x="3703320" y="1413773"/>
                  <a:pt x="3652148" y="1464945"/>
                  <a:pt x="3589025" y="1464945"/>
                </a:cubicBezTo>
                <a:lnTo>
                  <a:pt x="114295" y="1464945"/>
                </a:lnTo>
                <a:cubicBezTo>
                  <a:pt x="51214" y="1464945"/>
                  <a:pt x="0" y="1413731"/>
                  <a:pt x="0" y="135065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1020" y="150864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655320" y="16229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36320" y="1584843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Artemis II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1020" y="2003943"/>
            <a:ext cx="3457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Айға ұшуға дайындық. SLS зымыраны мен Orion ғарыш кемесі жиналды.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2451" y="2532459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28575" y="0"/>
                </a:moveTo>
                <a:cubicBezTo>
                  <a:pt x="24624" y="0"/>
                  <a:pt x="21431" y="3192"/>
                  <a:pt x="21431" y="7144"/>
                </a:cubicBezTo>
                <a:lnTo>
                  <a:pt x="21431" y="14288"/>
                </a:lnTo>
                <a:lnTo>
                  <a:pt x="14288" y="14288"/>
                </a:lnTo>
                <a:cubicBezTo>
                  <a:pt x="6407" y="14288"/>
                  <a:pt x="0" y="20695"/>
                  <a:pt x="0" y="28575"/>
                </a:cubicBezTo>
                <a:lnTo>
                  <a:pt x="0" y="39291"/>
                </a:lnTo>
                <a:lnTo>
                  <a:pt x="100013" y="39291"/>
                </a:lnTo>
                <a:lnTo>
                  <a:pt x="100013" y="28575"/>
                </a:lnTo>
                <a:cubicBezTo>
                  <a:pt x="100013" y="20695"/>
                  <a:pt x="93605" y="14288"/>
                  <a:pt x="85725" y="14288"/>
                </a:cubicBezTo>
                <a:lnTo>
                  <a:pt x="78581" y="14288"/>
                </a:lnTo>
                <a:lnTo>
                  <a:pt x="78581" y="7144"/>
                </a:lnTo>
                <a:cubicBezTo>
                  <a:pt x="78581" y="3192"/>
                  <a:pt x="75389" y="0"/>
                  <a:pt x="71438" y="0"/>
                </a:cubicBezTo>
                <a:cubicBezTo>
                  <a:pt x="67486" y="0"/>
                  <a:pt x="64294" y="3192"/>
                  <a:pt x="64294" y="7144"/>
                </a:cubicBezTo>
                <a:lnTo>
                  <a:pt x="64294" y="14288"/>
                </a:lnTo>
                <a:lnTo>
                  <a:pt x="35719" y="14288"/>
                </a:lnTo>
                <a:lnTo>
                  <a:pt x="35719" y="7144"/>
                </a:lnTo>
                <a:cubicBezTo>
                  <a:pt x="35719" y="3192"/>
                  <a:pt x="32526" y="0"/>
                  <a:pt x="28575" y="0"/>
                </a:cubicBezTo>
                <a:close/>
                <a:moveTo>
                  <a:pt x="0" y="50006"/>
                </a:move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85725" y="107156"/>
                </a:lnTo>
                <a:cubicBezTo>
                  <a:pt x="93605" y="107156"/>
                  <a:pt x="100013" y="100749"/>
                  <a:pt x="100013" y="92869"/>
                </a:cubicBezTo>
                <a:lnTo>
                  <a:pt x="100013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760095" y="2513530"/>
            <a:ext cx="1657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 жылы ұшу жоспарланған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810" y="2943942"/>
            <a:ext cx="3703320" cy="1464945"/>
          </a:xfrm>
          <a:custGeom>
            <a:avLst/>
            <a:gdLst/>
            <a:ahLst/>
            <a:cxnLst/>
            <a:rect l="l" t="t" r="r" b="b"/>
            <a:pathLst>
              <a:path w="3703320" h="1464945">
                <a:moveTo>
                  <a:pt x="114295" y="0"/>
                </a:moveTo>
                <a:lnTo>
                  <a:pt x="3589025" y="0"/>
                </a:lnTo>
                <a:cubicBezTo>
                  <a:pt x="3652148" y="0"/>
                  <a:pt x="3703320" y="51172"/>
                  <a:pt x="3703320" y="114295"/>
                </a:cubicBezTo>
                <a:lnTo>
                  <a:pt x="3703320" y="1350650"/>
                </a:lnTo>
                <a:cubicBezTo>
                  <a:pt x="3703320" y="1413773"/>
                  <a:pt x="3652148" y="1464945"/>
                  <a:pt x="3589025" y="1464945"/>
                </a:cubicBezTo>
                <a:lnTo>
                  <a:pt x="114295" y="1464945"/>
                </a:lnTo>
                <a:cubicBezTo>
                  <a:pt x="51214" y="1464945"/>
                  <a:pt x="0" y="1413731"/>
                  <a:pt x="0" y="135065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1020" y="3100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/>
              </a:gs>
              <a:gs pos="100000">
                <a:srgbClr val="4ADE80"/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645795" y="32144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109537"/>
                </a:moveTo>
                <a:lnTo>
                  <a:pt x="0" y="128588"/>
                </a:lnTo>
                <a:cubicBezTo>
                  <a:pt x="0" y="136475"/>
                  <a:pt x="6400" y="142875"/>
                  <a:pt x="14288" y="142875"/>
                </a:cubicBezTo>
                <a:lnTo>
                  <a:pt x="29170" y="142875"/>
                </a:lnTo>
                <a:cubicBezTo>
                  <a:pt x="41255" y="142875"/>
                  <a:pt x="53102" y="139601"/>
                  <a:pt x="63460" y="133380"/>
                </a:cubicBezTo>
                <a:lnTo>
                  <a:pt x="103197" y="109537"/>
                </a:lnTo>
                <a:lnTo>
                  <a:pt x="75426" y="109537"/>
                </a:lnTo>
                <a:lnTo>
                  <a:pt x="56108" y="121116"/>
                </a:lnTo>
                <a:cubicBezTo>
                  <a:pt x="51941" y="123617"/>
                  <a:pt x="47506" y="125492"/>
                  <a:pt x="42862" y="126772"/>
                </a:cubicBezTo>
                <a:lnTo>
                  <a:pt x="42862" y="107007"/>
                </a:lnTo>
                <a:cubicBezTo>
                  <a:pt x="45750" y="105341"/>
                  <a:pt x="48161" y="102930"/>
                  <a:pt x="49828" y="100042"/>
                </a:cubicBezTo>
                <a:lnTo>
                  <a:pt x="109002" y="100042"/>
                </a:lnTo>
                <a:cubicBezTo>
                  <a:pt x="128974" y="100042"/>
                  <a:pt x="147042" y="93911"/>
                  <a:pt x="159693" y="79028"/>
                </a:cubicBezTo>
                <a:cubicBezTo>
                  <a:pt x="161062" y="77420"/>
                  <a:pt x="161062" y="75069"/>
                  <a:pt x="159693" y="73432"/>
                </a:cubicBezTo>
                <a:cubicBezTo>
                  <a:pt x="147042" y="58519"/>
                  <a:pt x="128974" y="52417"/>
                  <a:pt x="109002" y="52417"/>
                </a:cubicBezTo>
                <a:lnTo>
                  <a:pt x="49828" y="52417"/>
                </a:lnTo>
                <a:cubicBezTo>
                  <a:pt x="48161" y="49530"/>
                  <a:pt x="45750" y="47119"/>
                  <a:pt x="42862" y="45452"/>
                </a:cubicBezTo>
                <a:lnTo>
                  <a:pt x="42862" y="25688"/>
                </a:lnTo>
                <a:cubicBezTo>
                  <a:pt x="47506" y="26938"/>
                  <a:pt x="51971" y="28843"/>
                  <a:pt x="56108" y="31343"/>
                </a:cubicBezTo>
                <a:lnTo>
                  <a:pt x="75426" y="42922"/>
                </a:lnTo>
                <a:lnTo>
                  <a:pt x="103197" y="42922"/>
                </a:lnTo>
                <a:lnTo>
                  <a:pt x="63460" y="19080"/>
                </a:lnTo>
                <a:cubicBezTo>
                  <a:pt x="53102" y="12799"/>
                  <a:pt x="41255" y="9525"/>
                  <a:pt x="29170" y="9525"/>
                </a:cubicBezTo>
                <a:lnTo>
                  <a:pt x="14288" y="9525"/>
                </a:lnTo>
                <a:cubicBezTo>
                  <a:pt x="6400" y="9525"/>
                  <a:pt x="0" y="15925"/>
                  <a:pt x="0" y="23813"/>
                </a:cubicBezTo>
                <a:lnTo>
                  <a:pt x="0" y="109537"/>
                </a:lnTo>
                <a:close/>
                <a:moveTo>
                  <a:pt x="28575" y="109537"/>
                </a:moveTo>
                <a:lnTo>
                  <a:pt x="28575" y="128588"/>
                </a:lnTo>
                <a:lnTo>
                  <a:pt x="14288" y="128588"/>
                </a:lnTo>
                <a:lnTo>
                  <a:pt x="14288" y="109537"/>
                </a:lnTo>
                <a:lnTo>
                  <a:pt x="28575" y="109537"/>
                </a:lnTo>
                <a:close/>
                <a:moveTo>
                  <a:pt x="28575" y="23813"/>
                </a:moveTo>
                <a:lnTo>
                  <a:pt x="28575" y="42863"/>
                </a:lnTo>
                <a:lnTo>
                  <a:pt x="14288" y="42863"/>
                </a:lnTo>
                <a:lnTo>
                  <a:pt x="14288" y="23813"/>
                </a:lnTo>
                <a:lnTo>
                  <a:pt x="28575" y="23813"/>
                </a:lnTo>
                <a:close/>
                <a:moveTo>
                  <a:pt x="123825" y="66675"/>
                </a:moveTo>
                <a:cubicBezTo>
                  <a:pt x="126444" y="66675"/>
                  <a:pt x="128588" y="68818"/>
                  <a:pt x="128588" y="71438"/>
                </a:cubicBezTo>
                <a:lnTo>
                  <a:pt x="128588" y="80962"/>
                </a:lnTo>
                <a:cubicBezTo>
                  <a:pt x="128588" y="83582"/>
                  <a:pt x="126444" y="85725"/>
                  <a:pt x="123825" y="85725"/>
                </a:cubicBezTo>
                <a:cubicBezTo>
                  <a:pt x="121206" y="85725"/>
                  <a:pt x="119062" y="83582"/>
                  <a:pt x="119062" y="80962"/>
                </a:cubicBezTo>
                <a:lnTo>
                  <a:pt x="119062" y="71438"/>
                </a:lnTo>
                <a:cubicBezTo>
                  <a:pt x="119062" y="68818"/>
                  <a:pt x="121206" y="66675"/>
                  <a:pt x="123825" y="666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36320" y="317635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 жыл ЖСЖ-да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1020" y="3595450"/>
            <a:ext cx="3457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Халықаралық ғарыш станциясында үздіксіз адам болуының 25 жылдығы.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1020" y="4123967"/>
            <a:ext cx="142875" cy="114300"/>
          </a:xfrm>
          <a:custGeom>
            <a:avLst/>
            <a:gdLst/>
            <a:ahLst/>
            <a:cxnLst/>
            <a:rect l="l" t="t" r="r" b="b"/>
            <a:pathLst>
              <a:path w="142875" h="114300">
                <a:moveTo>
                  <a:pt x="71438" y="3572"/>
                </a:moveTo>
                <a:cubicBezTo>
                  <a:pt x="84251" y="3572"/>
                  <a:pt x="94655" y="13975"/>
                  <a:pt x="94655" y="26789"/>
                </a:cubicBezTo>
                <a:cubicBezTo>
                  <a:pt x="94655" y="39603"/>
                  <a:pt x="84251" y="50006"/>
                  <a:pt x="71438" y="50006"/>
                </a:cubicBezTo>
                <a:cubicBezTo>
                  <a:pt x="58624" y="50006"/>
                  <a:pt x="48220" y="39603"/>
                  <a:pt x="48220" y="26789"/>
                </a:cubicBezTo>
                <a:cubicBezTo>
                  <a:pt x="48220" y="13975"/>
                  <a:pt x="58624" y="3572"/>
                  <a:pt x="71438" y="3572"/>
                </a:cubicBezTo>
                <a:close/>
                <a:moveTo>
                  <a:pt x="21431" y="19645"/>
                </a:moveTo>
                <a:cubicBezTo>
                  <a:pt x="30302" y="19645"/>
                  <a:pt x="37505" y="26848"/>
                  <a:pt x="37505" y="35719"/>
                </a:cubicBezTo>
                <a:cubicBezTo>
                  <a:pt x="37505" y="44590"/>
                  <a:pt x="30302" y="51792"/>
                  <a:pt x="21431" y="51792"/>
                </a:cubicBezTo>
                <a:cubicBezTo>
                  <a:pt x="12560" y="51792"/>
                  <a:pt x="5358" y="44590"/>
                  <a:pt x="5358" y="35719"/>
                </a:cubicBezTo>
                <a:cubicBezTo>
                  <a:pt x="5358" y="26848"/>
                  <a:pt x="12560" y="19645"/>
                  <a:pt x="21431" y="19645"/>
                </a:cubicBezTo>
                <a:close/>
                <a:moveTo>
                  <a:pt x="0" y="92869"/>
                </a:moveTo>
                <a:cubicBezTo>
                  <a:pt x="0" y="77086"/>
                  <a:pt x="12792" y="64294"/>
                  <a:pt x="28575" y="64294"/>
                </a:cubicBezTo>
                <a:cubicBezTo>
                  <a:pt x="31433" y="64294"/>
                  <a:pt x="34201" y="64718"/>
                  <a:pt x="36813" y="65499"/>
                </a:cubicBezTo>
                <a:cubicBezTo>
                  <a:pt x="29468" y="73715"/>
                  <a:pt x="25003" y="84564"/>
                  <a:pt x="25003" y="96441"/>
                </a:cubicBezTo>
                <a:lnTo>
                  <a:pt x="25003" y="100013"/>
                </a:lnTo>
                <a:cubicBezTo>
                  <a:pt x="25003" y="102557"/>
                  <a:pt x="25539" y="104968"/>
                  <a:pt x="26499" y="107156"/>
                </a:cubicBezTo>
                <a:lnTo>
                  <a:pt x="7144" y="107156"/>
                </a:lnTo>
                <a:cubicBezTo>
                  <a:pt x="3192" y="107156"/>
                  <a:pt x="0" y="103964"/>
                  <a:pt x="0" y="100013"/>
                </a:cubicBezTo>
                <a:lnTo>
                  <a:pt x="0" y="92869"/>
                </a:lnTo>
                <a:close/>
                <a:moveTo>
                  <a:pt x="116376" y="107156"/>
                </a:moveTo>
                <a:cubicBezTo>
                  <a:pt x="117336" y="104968"/>
                  <a:pt x="117872" y="102557"/>
                  <a:pt x="117872" y="100013"/>
                </a:cubicBezTo>
                <a:lnTo>
                  <a:pt x="117872" y="96441"/>
                </a:lnTo>
                <a:cubicBezTo>
                  <a:pt x="117872" y="84564"/>
                  <a:pt x="113407" y="73715"/>
                  <a:pt x="106062" y="65499"/>
                </a:cubicBezTo>
                <a:cubicBezTo>
                  <a:pt x="108674" y="64718"/>
                  <a:pt x="111443" y="64294"/>
                  <a:pt x="114300" y="64294"/>
                </a:cubicBezTo>
                <a:cubicBezTo>
                  <a:pt x="130083" y="64294"/>
                  <a:pt x="142875" y="77086"/>
                  <a:pt x="142875" y="92869"/>
                </a:cubicBezTo>
                <a:lnTo>
                  <a:pt x="142875" y="100013"/>
                </a:lnTo>
                <a:cubicBezTo>
                  <a:pt x="142875" y="103964"/>
                  <a:pt x="139683" y="107156"/>
                  <a:pt x="135731" y="107156"/>
                </a:cubicBezTo>
                <a:lnTo>
                  <a:pt x="116376" y="107156"/>
                </a:lnTo>
                <a:close/>
                <a:moveTo>
                  <a:pt x="105370" y="35719"/>
                </a:moveTo>
                <a:cubicBezTo>
                  <a:pt x="105370" y="26848"/>
                  <a:pt x="112573" y="19645"/>
                  <a:pt x="121444" y="19645"/>
                </a:cubicBezTo>
                <a:cubicBezTo>
                  <a:pt x="130315" y="19645"/>
                  <a:pt x="137517" y="26848"/>
                  <a:pt x="137517" y="35719"/>
                </a:cubicBezTo>
                <a:cubicBezTo>
                  <a:pt x="137517" y="44590"/>
                  <a:pt x="130315" y="51792"/>
                  <a:pt x="121444" y="51792"/>
                </a:cubicBezTo>
                <a:cubicBezTo>
                  <a:pt x="112573" y="51792"/>
                  <a:pt x="105370" y="44590"/>
                  <a:pt x="105370" y="35719"/>
                </a:cubicBezTo>
                <a:close/>
                <a:moveTo>
                  <a:pt x="35719" y="96441"/>
                </a:moveTo>
                <a:cubicBezTo>
                  <a:pt x="35719" y="76706"/>
                  <a:pt x="51703" y="60722"/>
                  <a:pt x="71438" y="60722"/>
                </a:cubicBezTo>
                <a:cubicBezTo>
                  <a:pt x="91172" y="60722"/>
                  <a:pt x="107156" y="76706"/>
                  <a:pt x="107156" y="96441"/>
                </a:cubicBezTo>
                <a:lnTo>
                  <a:pt x="107156" y="100013"/>
                </a:lnTo>
                <a:cubicBezTo>
                  <a:pt x="107156" y="103964"/>
                  <a:pt x="103964" y="107156"/>
                  <a:pt x="100013" y="107156"/>
                </a:cubicBezTo>
                <a:lnTo>
                  <a:pt x="42863" y="107156"/>
                </a:lnTo>
                <a:cubicBezTo>
                  <a:pt x="38911" y="107156"/>
                  <a:pt x="35719" y="103964"/>
                  <a:pt x="35719" y="100013"/>
                </a:cubicBezTo>
                <a:lnTo>
                  <a:pt x="35719" y="96441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760095" y="4105038"/>
            <a:ext cx="1190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290+ ғарышкер, 26 ел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45531" y="1352430"/>
            <a:ext cx="3703320" cy="1464945"/>
          </a:xfrm>
          <a:custGeom>
            <a:avLst/>
            <a:gdLst/>
            <a:ahLst/>
            <a:cxnLst/>
            <a:rect l="l" t="t" r="r" b="b"/>
            <a:pathLst>
              <a:path w="3703320" h="1464945">
                <a:moveTo>
                  <a:pt x="114295" y="0"/>
                </a:moveTo>
                <a:lnTo>
                  <a:pt x="3589025" y="0"/>
                </a:lnTo>
                <a:cubicBezTo>
                  <a:pt x="3652148" y="0"/>
                  <a:pt x="3703320" y="51172"/>
                  <a:pt x="3703320" y="114295"/>
                </a:cubicBezTo>
                <a:lnTo>
                  <a:pt x="3703320" y="1350650"/>
                </a:lnTo>
                <a:cubicBezTo>
                  <a:pt x="3703320" y="1413773"/>
                  <a:pt x="3652148" y="1464945"/>
                  <a:pt x="3589025" y="1464945"/>
                </a:cubicBezTo>
                <a:lnTo>
                  <a:pt x="114295" y="1464945"/>
                </a:lnTo>
                <a:cubicBezTo>
                  <a:pt x="51214" y="1464945"/>
                  <a:pt x="0" y="1413731"/>
                  <a:pt x="0" y="135065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1741" y="150864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/>
              </a:gs>
              <a:gs pos="100000">
                <a:srgbClr val="EAB308"/>
              </a:gs>
            </a:gsLst>
            <a:lin ang="2700000" scaled="1"/>
          </a:gradFill>
          <a:ln/>
        </p:spPr>
      </p:sp>
      <p:sp>
        <p:nvSpPr>
          <p:cNvPr id="22" name="Shape 20"/>
          <p:cNvSpPr/>
          <p:nvPr/>
        </p:nvSpPr>
        <p:spPr>
          <a:xfrm>
            <a:off x="4506516" y="162294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0040" y="25360"/>
                </a:moveTo>
                <a:lnTo>
                  <a:pt x="45333" y="63937"/>
                </a:lnTo>
                <a:cubicBezTo>
                  <a:pt x="43964" y="65455"/>
                  <a:pt x="44023" y="67806"/>
                  <a:pt x="45482" y="69265"/>
                </a:cubicBezTo>
                <a:cubicBezTo>
                  <a:pt x="54560" y="78343"/>
                  <a:pt x="69294" y="78343"/>
                  <a:pt x="78373" y="69265"/>
                </a:cubicBezTo>
                <a:lnTo>
                  <a:pt x="87838" y="59799"/>
                </a:lnTo>
                <a:cubicBezTo>
                  <a:pt x="89089" y="58549"/>
                  <a:pt x="90666" y="57864"/>
                  <a:pt x="92273" y="57745"/>
                </a:cubicBezTo>
                <a:cubicBezTo>
                  <a:pt x="94298" y="57567"/>
                  <a:pt x="96381" y="58251"/>
                  <a:pt x="97929" y="59799"/>
                </a:cubicBezTo>
                <a:lnTo>
                  <a:pt x="150495" y="111919"/>
                </a:lnTo>
                <a:lnTo>
                  <a:pt x="171450" y="95250"/>
                </a:lnTo>
                <a:lnTo>
                  <a:pt x="171450" y="9525"/>
                </a:lnTo>
                <a:lnTo>
                  <a:pt x="138113" y="28575"/>
                </a:lnTo>
                <a:lnTo>
                  <a:pt x="131028" y="23842"/>
                </a:lnTo>
                <a:cubicBezTo>
                  <a:pt x="126325" y="20717"/>
                  <a:pt x="120819" y="19050"/>
                  <a:pt x="115163" y="19050"/>
                </a:cubicBezTo>
                <a:lnTo>
                  <a:pt x="94208" y="19050"/>
                </a:lnTo>
                <a:cubicBezTo>
                  <a:pt x="93881" y="19050"/>
                  <a:pt x="93524" y="19050"/>
                  <a:pt x="93196" y="19080"/>
                </a:cubicBezTo>
                <a:cubicBezTo>
                  <a:pt x="88166" y="19348"/>
                  <a:pt x="83433" y="21610"/>
                  <a:pt x="80040" y="25360"/>
                </a:cubicBezTo>
                <a:close/>
                <a:moveTo>
                  <a:pt x="34707" y="54382"/>
                </a:moveTo>
                <a:lnTo>
                  <a:pt x="66496" y="19050"/>
                </a:lnTo>
                <a:lnTo>
                  <a:pt x="54709" y="19050"/>
                </a:lnTo>
                <a:cubicBezTo>
                  <a:pt x="47119" y="19050"/>
                  <a:pt x="39856" y="22056"/>
                  <a:pt x="34498" y="27414"/>
                </a:cubicBezTo>
                <a:lnTo>
                  <a:pt x="33338" y="28575"/>
                </a:lnTo>
                <a:lnTo>
                  <a:pt x="0" y="9525"/>
                </a:lnTo>
                <a:lnTo>
                  <a:pt x="0" y="95250"/>
                </a:lnTo>
                <a:lnTo>
                  <a:pt x="46553" y="134035"/>
                </a:lnTo>
                <a:cubicBezTo>
                  <a:pt x="53400" y="139750"/>
                  <a:pt x="62032" y="142875"/>
                  <a:pt x="70931" y="142875"/>
                </a:cubicBezTo>
                <a:lnTo>
                  <a:pt x="75605" y="142875"/>
                </a:lnTo>
                <a:lnTo>
                  <a:pt x="73521" y="140791"/>
                </a:lnTo>
                <a:cubicBezTo>
                  <a:pt x="70723" y="137993"/>
                  <a:pt x="70723" y="133469"/>
                  <a:pt x="73521" y="130701"/>
                </a:cubicBezTo>
                <a:cubicBezTo>
                  <a:pt x="76319" y="127933"/>
                  <a:pt x="80843" y="127903"/>
                  <a:pt x="83612" y="130701"/>
                </a:cubicBezTo>
                <a:lnTo>
                  <a:pt x="95816" y="142905"/>
                </a:lnTo>
                <a:lnTo>
                  <a:pt x="98494" y="142905"/>
                </a:lnTo>
                <a:cubicBezTo>
                  <a:pt x="104180" y="142905"/>
                  <a:pt x="109746" y="141625"/>
                  <a:pt x="114806" y="139244"/>
                </a:cubicBezTo>
                <a:lnTo>
                  <a:pt x="106859" y="131266"/>
                </a:lnTo>
                <a:cubicBezTo>
                  <a:pt x="104061" y="128468"/>
                  <a:pt x="104061" y="123944"/>
                  <a:pt x="106859" y="121176"/>
                </a:cubicBezTo>
                <a:cubicBezTo>
                  <a:pt x="109657" y="118408"/>
                  <a:pt x="114181" y="118378"/>
                  <a:pt x="116949" y="121176"/>
                </a:cubicBezTo>
                <a:lnTo>
                  <a:pt x="126474" y="130701"/>
                </a:lnTo>
                <a:lnTo>
                  <a:pt x="131683" y="125492"/>
                </a:lnTo>
                <a:cubicBezTo>
                  <a:pt x="134332" y="122843"/>
                  <a:pt x="135106" y="119003"/>
                  <a:pt x="133945" y="115639"/>
                </a:cubicBezTo>
                <a:lnTo>
                  <a:pt x="92899" y="74920"/>
                </a:lnTo>
                <a:lnTo>
                  <a:pt x="88463" y="79355"/>
                </a:lnTo>
                <a:cubicBezTo>
                  <a:pt x="73789" y="94030"/>
                  <a:pt x="50036" y="94030"/>
                  <a:pt x="35362" y="79355"/>
                </a:cubicBezTo>
                <a:cubicBezTo>
                  <a:pt x="28515" y="72509"/>
                  <a:pt x="28248" y="61526"/>
                  <a:pt x="34707" y="5435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897041" y="1584843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Artemis Accords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01741" y="2003943"/>
            <a:ext cx="3457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59 ел Artemis келісіміне қол қойды – Айды бейбіт зерттеу.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16028" y="25324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78559" y="62508"/>
                </a:moveTo>
                <a:lnTo>
                  <a:pt x="35942" y="62508"/>
                </a:lnTo>
                <a:cubicBezTo>
                  <a:pt x="36589" y="76907"/>
                  <a:pt x="39782" y="90168"/>
                  <a:pt x="44314" y="99879"/>
                </a:cubicBezTo>
                <a:cubicBezTo>
                  <a:pt x="46859" y="105348"/>
                  <a:pt x="49604" y="109210"/>
                  <a:pt x="52149" y="111576"/>
                </a:cubicBezTo>
                <a:cubicBezTo>
                  <a:pt x="54650" y="113920"/>
                  <a:pt x="56369" y="114300"/>
                  <a:pt x="57262" y="114300"/>
                </a:cubicBezTo>
                <a:cubicBezTo>
                  <a:pt x="58155" y="114300"/>
                  <a:pt x="59874" y="113920"/>
                  <a:pt x="62374" y="111576"/>
                </a:cubicBezTo>
                <a:cubicBezTo>
                  <a:pt x="64919" y="109210"/>
                  <a:pt x="67665" y="105326"/>
                  <a:pt x="70210" y="99879"/>
                </a:cubicBezTo>
                <a:cubicBezTo>
                  <a:pt x="74741" y="90168"/>
                  <a:pt x="77934" y="76907"/>
                  <a:pt x="78581" y="62508"/>
                </a:cubicBezTo>
                <a:close/>
                <a:moveTo>
                  <a:pt x="35920" y="51792"/>
                </a:moveTo>
                <a:lnTo>
                  <a:pt x="78537" y="51792"/>
                </a:lnTo>
                <a:cubicBezTo>
                  <a:pt x="77912" y="37393"/>
                  <a:pt x="74719" y="24132"/>
                  <a:pt x="70187" y="14421"/>
                </a:cubicBezTo>
                <a:cubicBezTo>
                  <a:pt x="67642" y="8974"/>
                  <a:pt x="64897" y="5090"/>
                  <a:pt x="62352" y="2724"/>
                </a:cubicBezTo>
                <a:cubicBezTo>
                  <a:pt x="59851" y="380"/>
                  <a:pt x="58132" y="0"/>
                  <a:pt x="57239" y="0"/>
                </a:cubicBezTo>
                <a:cubicBezTo>
                  <a:pt x="56346" y="0"/>
                  <a:pt x="54627" y="380"/>
                  <a:pt x="52127" y="2724"/>
                </a:cubicBezTo>
                <a:cubicBezTo>
                  <a:pt x="49582" y="5090"/>
                  <a:pt x="46836" y="8974"/>
                  <a:pt x="44291" y="14421"/>
                </a:cubicBezTo>
                <a:cubicBezTo>
                  <a:pt x="39759" y="24132"/>
                  <a:pt x="36567" y="37393"/>
                  <a:pt x="35920" y="51792"/>
                </a:cubicBezTo>
                <a:close/>
                <a:moveTo>
                  <a:pt x="25204" y="51792"/>
                </a:moveTo>
                <a:cubicBezTo>
                  <a:pt x="25985" y="32683"/>
                  <a:pt x="30919" y="14935"/>
                  <a:pt x="38130" y="3282"/>
                </a:cubicBezTo>
                <a:cubicBezTo>
                  <a:pt x="17569" y="10559"/>
                  <a:pt x="2433" y="29289"/>
                  <a:pt x="335" y="51792"/>
                </a:cubicBezTo>
                <a:lnTo>
                  <a:pt x="25204" y="51792"/>
                </a:lnTo>
                <a:close/>
                <a:moveTo>
                  <a:pt x="335" y="62508"/>
                </a:moveTo>
                <a:cubicBezTo>
                  <a:pt x="2433" y="85011"/>
                  <a:pt x="17569" y="103741"/>
                  <a:pt x="38130" y="111018"/>
                </a:cubicBezTo>
                <a:cubicBezTo>
                  <a:pt x="30919" y="99365"/>
                  <a:pt x="25985" y="81617"/>
                  <a:pt x="25204" y="62508"/>
                </a:cubicBezTo>
                <a:lnTo>
                  <a:pt x="335" y="62508"/>
                </a:lnTo>
                <a:close/>
                <a:moveTo>
                  <a:pt x="89275" y="62508"/>
                </a:moveTo>
                <a:cubicBezTo>
                  <a:pt x="88493" y="81617"/>
                  <a:pt x="83560" y="99365"/>
                  <a:pt x="76349" y="111018"/>
                </a:cubicBezTo>
                <a:cubicBezTo>
                  <a:pt x="96909" y="103718"/>
                  <a:pt x="112045" y="85011"/>
                  <a:pt x="114144" y="62508"/>
                </a:cubicBezTo>
                <a:lnTo>
                  <a:pt x="89275" y="62508"/>
                </a:lnTo>
                <a:close/>
                <a:moveTo>
                  <a:pt x="114144" y="51792"/>
                </a:moveTo>
                <a:cubicBezTo>
                  <a:pt x="112045" y="29289"/>
                  <a:pt x="96909" y="10559"/>
                  <a:pt x="76349" y="3282"/>
                </a:cubicBezTo>
                <a:cubicBezTo>
                  <a:pt x="83560" y="14935"/>
                  <a:pt x="88493" y="32683"/>
                  <a:pt x="89275" y="51792"/>
                </a:cubicBezTo>
                <a:lnTo>
                  <a:pt x="114144" y="51792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620816" y="2513530"/>
            <a:ext cx="1866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Бангладеш, Финляндия, Норвегия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45531" y="2943942"/>
            <a:ext cx="3703320" cy="1464945"/>
          </a:xfrm>
          <a:custGeom>
            <a:avLst/>
            <a:gdLst/>
            <a:ahLst/>
            <a:cxnLst/>
            <a:rect l="l" t="t" r="r" b="b"/>
            <a:pathLst>
              <a:path w="3703320" h="1464945">
                <a:moveTo>
                  <a:pt x="114295" y="0"/>
                </a:moveTo>
                <a:lnTo>
                  <a:pt x="3589025" y="0"/>
                </a:lnTo>
                <a:cubicBezTo>
                  <a:pt x="3652148" y="0"/>
                  <a:pt x="3703320" y="51172"/>
                  <a:pt x="3703320" y="114295"/>
                </a:cubicBezTo>
                <a:lnTo>
                  <a:pt x="3703320" y="1350650"/>
                </a:lnTo>
                <a:cubicBezTo>
                  <a:pt x="3703320" y="1413773"/>
                  <a:pt x="3652148" y="1464945"/>
                  <a:pt x="3589025" y="1464945"/>
                </a:cubicBezTo>
                <a:lnTo>
                  <a:pt x="114295" y="1464945"/>
                </a:lnTo>
                <a:cubicBezTo>
                  <a:pt x="51214" y="1464945"/>
                  <a:pt x="0" y="1413731"/>
                  <a:pt x="0" y="135065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1741" y="3100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/>
              </a:gs>
              <a:gs pos="100000">
                <a:srgbClr val="22D3EE"/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4516041" y="32144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34111" y="0"/>
                  <a:pt x="0" y="34111"/>
                  <a:pt x="0" y="76200"/>
                </a:cubicBezTo>
                <a:cubicBezTo>
                  <a:pt x="0" y="118289"/>
                  <a:pt x="34111" y="152400"/>
                  <a:pt x="76200" y="152400"/>
                </a:cubicBezTo>
                <a:cubicBezTo>
                  <a:pt x="96679" y="152400"/>
                  <a:pt x="115282" y="144304"/>
                  <a:pt x="128974" y="131147"/>
                </a:cubicBezTo>
                <a:cubicBezTo>
                  <a:pt x="131147" y="129064"/>
                  <a:pt x="131772" y="125819"/>
                  <a:pt x="130552" y="123081"/>
                </a:cubicBezTo>
                <a:cubicBezTo>
                  <a:pt x="129332" y="120342"/>
                  <a:pt x="126474" y="118646"/>
                  <a:pt x="123468" y="118884"/>
                </a:cubicBezTo>
                <a:cubicBezTo>
                  <a:pt x="122009" y="119003"/>
                  <a:pt x="120551" y="119062"/>
                  <a:pt x="119062" y="119062"/>
                </a:cubicBezTo>
                <a:cubicBezTo>
                  <a:pt x="88821" y="119062"/>
                  <a:pt x="64294" y="94536"/>
                  <a:pt x="64294" y="64294"/>
                </a:cubicBezTo>
                <a:cubicBezTo>
                  <a:pt x="64294" y="42833"/>
                  <a:pt x="76646" y="24229"/>
                  <a:pt x="94684" y="15240"/>
                </a:cubicBezTo>
                <a:cubicBezTo>
                  <a:pt x="97393" y="13901"/>
                  <a:pt x="98941" y="10984"/>
                  <a:pt x="98584" y="7977"/>
                </a:cubicBezTo>
                <a:cubicBezTo>
                  <a:pt x="98227" y="4971"/>
                  <a:pt x="96024" y="2530"/>
                  <a:pt x="93077" y="1875"/>
                </a:cubicBezTo>
                <a:cubicBezTo>
                  <a:pt x="87630" y="655"/>
                  <a:pt x="81975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97041" y="317635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Айға қону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01741" y="3595450"/>
            <a:ext cx="3457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роботтық миссия Айға қонды: Firefly және Intuitive Machines.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23172" y="4123967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28575" y="0"/>
                </a:moveTo>
                <a:cubicBezTo>
                  <a:pt x="24624" y="0"/>
                  <a:pt x="21431" y="3192"/>
                  <a:pt x="21431" y="7144"/>
                </a:cubicBezTo>
                <a:lnTo>
                  <a:pt x="21431" y="14288"/>
                </a:lnTo>
                <a:lnTo>
                  <a:pt x="14288" y="14288"/>
                </a:lnTo>
                <a:cubicBezTo>
                  <a:pt x="6407" y="14288"/>
                  <a:pt x="0" y="20695"/>
                  <a:pt x="0" y="28575"/>
                </a:cubicBezTo>
                <a:lnTo>
                  <a:pt x="0" y="39291"/>
                </a:lnTo>
                <a:lnTo>
                  <a:pt x="100013" y="39291"/>
                </a:lnTo>
                <a:lnTo>
                  <a:pt x="100013" y="28575"/>
                </a:lnTo>
                <a:cubicBezTo>
                  <a:pt x="100013" y="20695"/>
                  <a:pt x="93605" y="14288"/>
                  <a:pt x="85725" y="14288"/>
                </a:cubicBezTo>
                <a:lnTo>
                  <a:pt x="78581" y="14288"/>
                </a:lnTo>
                <a:lnTo>
                  <a:pt x="78581" y="7144"/>
                </a:lnTo>
                <a:cubicBezTo>
                  <a:pt x="78581" y="3192"/>
                  <a:pt x="75389" y="0"/>
                  <a:pt x="71438" y="0"/>
                </a:cubicBezTo>
                <a:cubicBezTo>
                  <a:pt x="67486" y="0"/>
                  <a:pt x="64294" y="3192"/>
                  <a:pt x="64294" y="7144"/>
                </a:cubicBezTo>
                <a:lnTo>
                  <a:pt x="64294" y="14288"/>
                </a:lnTo>
                <a:lnTo>
                  <a:pt x="35719" y="14288"/>
                </a:lnTo>
                <a:lnTo>
                  <a:pt x="35719" y="7144"/>
                </a:lnTo>
                <a:cubicBezTo>
                  <a:pt x="35719" y="3192"/>
                  <a:pt x="32526" y="0"/>
                  <a:pt x="28575" y="0"/>
                </a:cubicBezTo>
                <a:close/>
                <a:moveTo>
                  <a:pt x="0" y="50006"/>
                </a:move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85725" y="107156"/>
                </a:lnTo>
                <a:cubicBezTo>
                  <a:pt x="93605" y="107156"/>
                  <a:pt x="100013" y="100749"/>
                  <a:pt x="100013" y="92869"/>
                </a:cubicBezTo>
                <a:lnTo>
                  <a:pt x="100013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4620816" y="4105038"/>
            <a:ext cx="1095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жылғы наурыз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6371" y="1352430"/>
            <a:ext cx="3703320" cy="1255395"/>
          </a:xfrm>
          <a:custGeom>
            <a:avLst/>
            <a:gdLst/>
            <a:ahLst/>
            <a:cxnLst/>
            <a:rect l="l" t="t" r="r" b="b"/>
            <a:pathLst>
              <a:path w="3703320" h="1255395">
                <a:moveTo>
                  <a:pt x="114304" y="0"/>
                </a:moveTo>
                <a:lnTo>
                  <a:pt x="3589016" y="0"/>
                </a:lnTo>
                <a:cubicBezTo>
                  <a:pt x="3652102" y="0"/>
                  <a:pt x="3703320" y="51218"/>
                  <a:pt x="3703320" y="114304"/>
                </a:cubicBezTo>
                <a:lnTo>
                  <a:pt x="3703320" y="1141091"/>
                </a:lnTo>
                <a:cubicBezTo>
                  <a:pt x="3703320" y="1204177"/>
                  <a:pt x="3652102" y="1255395"/>
                  <a:pt x="3589016" y="1255395"/>
                </a:cubicBezTo>
                <a:lnTo>
                  <a:pt x="114304" y="1255395"/>
                </a:lnTo>
                <a:cubicBezTo>
                  <a:pt x="51218" y="1255395"/>
                  <a:pt x="0" y="1204177"/>
                  <a:pt x="0" y="114109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A855F7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62581" y="150864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855F7"/>
              </a:gs>
              <a:gs pos="100000">
                <a:srgbClr val="C084FC"/>
              </a:gs>
            </a:gsLst>
            <a:lin ang="270000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8367356" y="162294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54781" y="59531"/>
                </a:moveTo>
                <a:cubicBezTo>
                  <a:pt x="163979" y="59531"/>
                  <a:pt x="171450" y="67002"/>
                  <a:pt x="171450" y="76200"/>
                </a:cubicBezTo>
                <a:cubicBezTo>
                  <a:pt x="171450" y="85398"/>
                  <a:pt x="163979" y="92869"/>
                  <a:pt x="154781" y="92869"/>
                </a:cubicBezTo>
                <a:lnTo>
                  <a:pt x="116890" y="92869"/>
                </a:lnTo>
                <a:lnTo>
                  <a:pt x="69503" y="144542"/>
                </a:lnTo>
                <a:cubicBezTo>
                  <a:pt x="67687" y="146506"/>
                  <a:pt x="65157" y="147638"/>
                  <a:pt x="62478" y="147638"/>
                </a:cubicBezTo>
                <a:lnTo>
                  <a:pt x="49470" y="147638"/>
                </a:lnTo>
                <a:cubicBezTo>
                  <a:pt x="46226" y="147638"/>
                  <a:pt x="43934" y="144453"/>
                  <a:pt x="44946" y="141357"/>
                </a:cubicBezTo>
                <a:lnTo>
                  <a:pt x="61109" y="92869"/>
                </a:lnTo>
                <a:lnTo>
                  <a:pt x="31433" y="92869"/>
                </a:lnTo>
                <a:lnTo>
                  <a:pt x="15716" y="112514"/>
                </a:lnTo>
                <a:cubicBezTo>
                  <a:pt x="14823" y="113645"/>
                  <a:pt x="13454" y="114300"/>
                  <a:pt x="11996" y="114300"/>
                </a:cubicBezTo>
                <a:lnTo>
                  <a:pt x="6102" y="114300"/>
                </a:lnTo>
                <a:cubicBezTo>
                  <a:pt x="3006" y="114300"/>
                  <a:pt x="744" y="111383"/>
                  <a:pt x="1488" y="108377"/>
                </a:cubicBezTo>
                <a:lnTo>
                  <a:pt x="9525" y="76200"/>
                </a:lnTo>
                <a:lnTo>
                  <a:pt x="1488" y="44023"/>
                </a:lnTo>
                <a:cubicBezTo>
                  <a:pt x="714" y="41017"/>
                  <a:pt x="3006" y="38100"/>
                  <a:pt x="6102" y="38100"/>
                </a:cubicBezTo>
                <a:lnTo>
                  <a:pt x="11996" y="38100"/>
                </a:lnTo>
                <a:cubicBezTo>
                  <a:pt x="13454" y="38100"/>
                  <a:pt x="14823" y="38755"/>
                  <a:pt x="15716" y="39886"/>
                </a:cubicBezTo>
                <a:lnTo>
                  <a:pt x="31432" y="59531"/>
                </a:lnTo>
                <a:lnTo>
                  <a:pt x="61109" y="59531"/>
                </a:lnTo>
                <a:lnTo>
                  <a:pt x="44946" y="11043"/>
                </a:lnTo>
                <a:cubicBezTo>
                  <a:pt x="43934" y="7947"/>
                  <a:pt x="46226" y="4763"/>
                  <a:pt x="49470" y="4763"/>
                </a:cubicBezTo>
                <a:lnTo>
                  <a:pt x="62478" y="4763"/>
                </a:lnTo>
                <a:cubicBezTo>
                  <a:pt x="65157" y="4763"/>
                  <a:pt x="67687" y="5894"/>
                  <a:pt x="69503" y="7858"/>
                </a:cubicBezTo>
                <a:lnTo>
                  <a:pt x="116890" y="59531"/>
                </a:lnTo>
                <a:lnTo>
                  <a:pt x="154781" y="595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8757881" y="1584843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X-59 ұшақ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62581" y="2003943"/>
            <a:ext cx="34575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Суперсоникті ұшақтың алғашқы ұшуы – 67 минут.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84012" y="2315766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28575" y="0"/>
                </a:moveTo>
                <a:cubicBezTo>
                  <a:pt x="24624" y="0"/>
                  <a:pt x="21431" y="3192"/>
                  <a:pt x="21431" y="7144"/>
                </a:cubicBezTo>
                <a:lnTo>
                  <a:pt x="21431" y="14288"/>
                </a:lnTo>
                <a:lnTo>
                  <a:pt x="14288" y="14288"/>
                </a:lnTo>
                <a:cubicBezTo>
                  <a:pt x="6407" y="14288"/>
                  <a:pt x="0" y="20695"/>
                  <a:pt x="0" y="28575"/>
                </a:cubicBezTo>
                <a:lnTo>
                  <a:pt x="0" y="39291"/>
                </a:lnTo>
                <a:lnTo>
                  <a:pt x="100013" y="39291"/>
                </a:lnTo>
                <a:lnTo>
                  <a:pt x="100013" y="28575"/>
                </a:lnTo>
                <a:cubicBezTo>
                  <a:pt x="100013" y="20695"/>
                  <a:pt x="93605" y="14288"/>
                  <a:pt x="85725" y="14288"/>
                </a:cubicBezTo>
                <a:lnTo>
                  <a:pt x="78581" y="14288"/>
                </a:lnTo>
                <a:lnTo>
                  <a:pt x="78581" y="7144"/>
                </a:lnTo>
                <a:cubicBezTo>
                  <a:pt x="78581" y="3192"/>
                  <a:pt x="75389" y="0"/>
                  <a:pt x="71438" y="0"/>
                </a:cubicBezTo>
                <a:cubicBezTo>
                  <a:pt x="67486" y="0"/>
                  <a:pt x="64294" y="3192"/>
                  <a:pt x="64294" y="7144"/>
                </a:cubicBezTo>
                <a:lnTo>
                  <a:pt x="64294" y="14288"/>
                </a:lnTo>
                <a:lnTo>
                  <a:pt x="35719" y="14288"/>
                </a:lnTo>
                <a:lnTo>
                  <a:pt x="35719" y="7144"/>
                </a:lnTo>
                <a:cubicBezTo>
                  <a:pt x="35719" y="3192"/>
                  <a:pt x="32526" y="0"/>
                  <a:pt x="28575" y="0"/>
                </a:cubicBezTo>
                <a:close/>
                <a:moveTo>
                  <a:pt x="0" y="50006"/>
                </a:move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85725" y="107156"/>
                </a:lnTo>
                <a:cubicBezTo>
                  <a:pt x="93605" y="107156"/>
                  <a:pt x="100013" y="100749"/>
                  <a:pt x="100013" y="92869"/>
                </a:cubicBezTo>
                <a:lnTo>
                  <a:pt x="100013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40" name="Text 38"/>
          <p:cNvSpPr/>
          <p:nvPr/>
        </p:nvSpPr>
        <p:spPr>
          <a:xfrm>
            <a:off x="8481656" y="2296837"/>
            <a:ext cx="100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жылғы қазан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6371" y="2727248"/>
            <a:ext cx="3703320" cy="1464945"/>
          </a:xfrm>
          <a:custGeom>
            <a:avLst/>
            <a:gdLst/>
            <a:ahLst/>
            <a:cxnLst/>
            <a:rect l="l" t="t" r="r" b="b"/>
            <a:pathLst>
              <a:path w="3703320" h="1464945">
                <a:moveTo>
                  <a:pt x="114295" y="0"/>
                </a:moveTo>
                <a:lnTo>
                  <a:pt x="3589025" y="0"/>
                </a:lnTo>
                <a:cubicBezTo>
                  <a:pt x="3652148" y="0"/>
                  <a:pt x="3703320" y="51172"/>
                  <a:pt x="3703320" y="114295"/>
                </a:cubicBezTo>
                <a:lnTo>
                  <a:pt x="3703320" y="1350650"/>
                </a:lnTo>
                <a:cubicBezTo>
                  <a:pt x="3703320" y="1413773"/>
                  <a:pt x="3652148" y="1464945"/>
                  <a:pt x="3589025" y="1464945"/>
                </a:cubicBezTo>
                <a:lnTo>
                  <a:pt x="114295" y="1464945"/>
                </a:lnTo>
                <a:cubicBezTo>
                  <a:pt x="51214" y="1464945"/>
                  <a:pt x="0" y="1413731"/>
                  <a:pt x="0" y="135065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EAB30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EAB308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62581" y="288345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AB308"/>
              </a:gs>
              <a:gs pos="100000">
                <a:srgbClr val="FACC15"/>
              </a:gs>
            </a:gsLst>
            <a:lin ang="270000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8386406" y="2997757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85725" y="0"/>
                </a:moveTo>
                <a:lnTo>
                  <a:pt x="38100" y="0"/>
                </a:lnTo>
                <a:cubicBezTo>
                  <a:pt x="32831" y="0"/>
                  <a:pt x="28575" y="4256"/>
                  <a:pt x="28575" y="9525"/>
                </a:cubicBezTo>
                <a:cubicBezTo>
                  <a:pt x="28575" y="14794"/>
                  <a:pt x="32831" y="19050"/>
                  <a:pt x="38100" y="19050"/>
                </a:cubicBezTo>
                <a:lnTo>
                  <a:pt x="38100" y="64145"/>
                </a:lnTo>
                <a:lnTo>
                  <a:pt x="2232" y="126891"/>
                </a:lnTo>
                <a:cubicBezTo>
                  <a:pt x="774" y="129480"/>
                  <a:pt x="0" y="132368"/>
                  <a:pt x="0" y="135344"/>
                </a:cubicBezTo>
                <a:cubicBezTo>
                  <a:pt x="0" y="144780"/>
                  <a:pt x="7620" y="152400"/>
                  <a:pt x="17056" y="152400"/>
                </a:cubicBezTo>
                <a:lnTo>
                  <a:pt x="116294" y="152400"/>
                </a:lnTo>
                <a:cubicBezTo>
                  <a:pt x="125700" y="152400"/>
                  <a:pt x="133350" y="144780"/>
                  <a:pt x="133350" y="135344"/>
                </a:cubicBezTo>
                <a:cubicBezTo>
                  <a:pt x="133350" y="132368"/>
                  <a:pt x="132576" y="129451"/>
                  <a:pt x="131118" y="126891"/>
                </a:cubicBezTo>
                <a:lnTo>
                  <a:pt x="95250" y="64145"/>
                </a:lnTo>
                <a:lnTo>
                  <a:pt x="95250" y="19050"/>
                </a:lnTo>
                <a:cubicBezTo>
                  <a:pt x="100519" y="19050"/>
                  <a:pt x="104775" y="14794"/>
                  <a:pt x="104775" y="9525"/>
                </a:cubicBezTo>
                <a:cubicBezTo>
                  <a:pt x="104775" y="4256"/>
                  <a:pt x="100519" y="0"/>
                  <a:pt x="95250" y="0"/>
                </a:cubicBezTo>
                <a:lnTo>
                  <a:pt x="85725" y="0"/>
                </a:lnTo>
                <a:close/>
                <a:moveTo>
                  <a:pt x="57150" y="64145"/>
                </a:moveTo>
                <a:lnTo>
                  <a:pt x="57150" y="19050"/>
                </a:lnTo>
                <a:lnTo>
                  <a:pt x="76200" y="19050"/>
                </a:lnTo>
                <a:lnTo>
                  <a:pt x="76200" y="64145"/>
                </a:lnTo>
                <a:cubicBezTo>
                  <a:pt x="76200" y="67449"/>
                  <a:pt x="77063" y="70723"/>
                  <a:pt x="78700" y="73610"/>
                </a:cubicBezTo>
                <a:lnTo>
                  <a:pt x="91083" y="95250"/>
                </a:lnTo>
                <a:lnTo>
                  <a:pt x="42267" y="95250"/>
                </a:lnTo>
                <a:lnTo>
                  <a:pt x="54650" y="73610"/>
                </a:lnTo>
                <a:cubicBezTo>
                  <a:pt x="56287" y="70723"/>
                  <a:pt x="57150" y="67479"/>
                  <a:pt x="57150" y="641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8757881" y="2959657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750+ эксперимент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62581" y="3378757"/>
            <a:ext cx="34575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ЖСЖ-да 2025 жылы 750-ден астам эксперимент жүргізілді.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76868" y="390727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114300"/>
                </a:moveTo>
                <a:cubicBezTo>
                  <a:pt x="88692" y="114300"/>
                  <a:pt x="114300" y="88692"/>
                  <a:pt x="114300" y="57150"/>
                </a:cubicBezTo>
                <a:cubicBezTo>
                  <a:pt x="114300" y="25608"/>
                  <a:pt x="88692" y="0"/>
                  <a:pt x="57150" y="0"/>
                </a:cubicBezTo>
                <a:cubicBezTo>
                  <a:pt x="25608" y="0"/>
                  <a:pt x="0" y="25608"/>
                  <a:pt x="0" y="57150"/>
                </a:cubicBezTo>
                <a:cubicBezTo>
                  <a:pt x="0" y="88692"/>
                  <a:pt x="25608" y="114300"/>
                  <a:pt x="57150" y="114300"/>
                </a:cubicBezTo>
                <a:close/>
                <a:moveTo>
                  <a:pt x="75992" y="47484"/>
                </a:moveTo>
                <a:lnTo>
                  <a:pt x="58132" y="76059"/>
                </a:lnTo>
                <a:cubicBezTo>
                  <a:pt x="57195" y="77554"/>
                  <a:pt x="55587" y="78492"/>
                  <a:pt x="53824" y="78581"/>
                </a:cubicBezTo>
                <a:cubicBezTo>
                  <a:pt x="52060" y="78671"/>
                  <a:pt x="50363" y="77867"/>
                  <a:pt x="49314" y="76438"/>
                </a:cubicBezTo>
                <a:lnTo>
                  <a:pt x="38599" y="62151"/>
                </a:lnTo>
                <a:cubicBezTo>
                  <a:pt x="36813" y="59784"/>
                  <a:pt x="37304" y="56436"/>
                  <a:pt x="39670" y="54650"/>
                </a:cubicBezTo>
                <a:cubicBezTo>
                  <a:pt x="42037" y="52864"/>
                  <a:pt x="45385" y="53355"/>
                  <a:pt x="47171" y="55721"/>
                </a:cubicBezTo>
                <a:lnTo>
                  <a:pt x="53199" y="63758"/>
                </a:lnTo>
                <a:lnTo>
                  <a:pt x="66906" y="41813"/>
                </a:lnTo>
                <a:cubicBezTo>
                  <a:pt x="68468" y="39313"/>
                  <a:pt x="71772" y="38532"/>
                  <a:pt x="74295" y="40117"/>
                </a:cubicBezTo>
                <a:cubicBezTo>
                  <a:pt x="76818" y="41702"/>
                  <a:pt x="77577" y="44983"/>
                  <a:pt x="75992" y="47506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7" name="Text 45"/>
          <p:cNvSpPr/>
          <p:nvPr/>
        </p:nvSpPr>
        <p:spPr>
          <a:xfrm>
            <a:off x="8481656" y="3888344"/>
            <a:ext cx="1409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Медицина, материалтану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4810" y="5970274"/>
            <a:ext cx="11418570" cy="502920"/>
          </a:xfrm>
          <a:custGeom>
            <a:avLst/>
            <a:gdLst/>
            <a:ahLst/>
            <a:cxnLst/>
            <a:rect l="l" t="t" r="r" b="b"/>
            <a:pathLst>
              <a:path w="11418570" h="502920">
                <a:moveTo>
                  <a:pt x="114299" y="0"/>
                </a:moveTo>
                <a:lnTo>
                  <a:pt x="11304271" y="0"/>
                </a:lnTo>
                <a:cubicBezTo>
                  <a:pt x="11367397" y="0"/>
                  <a:pt x="11418570" y="51173"/>
                  <a:pt x="11418570" y="114299"/>
                </a:cubicBezTo>
                <a:lnTo>
                  <a:pt x="11418570" y="388621"/>
                </a:lnTo>
                <a:cubicBezTo>
                  <a:pt x="11418570" y="451747"/>
                  <a:pt x="11367397" y="502920"/>
                  <a:pt x="11304271" y="502920"/>
                </a:cubicBezTo>
                <a:lnTo>
                  <a:pt x="114299" y="502920"/>
                </a:lnTo>
                <a:cubicBezTo>
                  <a:pt x="51173" y="502920"/>
                  <a:pt x="0" y="451747"/>
                  <a:pt x="0" y="3886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4832" y="61264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893445" y="6126482"/>
            <a:ext cx="6905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3I/ATLAS кометасы:</a:t>
            </a: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Үшінші белгілі жұлдызаралық объект. 12 NASA ғарыш кемесі мен телескоптары бақылады.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esawebb.org/174541547fd7d4dfc848abf89b565d5735555ee6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50816">
                  <a:alpha val="90000"/>
                </a:srgbClr>
              </a:gs>
              <a:gs pos="50000">
                <a:srgbClr val="05081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384810"/>
            <a:ext cx="350520" cy="236220"/>
          </a:xfrm>
          <a:custGeom>
            <a:avLst/>
            <a:gdLst/>
            <a:ahLst/>
            <a:cxnLst/>
            <a:rect l="l" t="t" r="r" b="b"/>
            <a:pathLst>
              <a:path w="350520" h="236220">
                <a:moveTo>
                  <a:pt x="118110" y="0"/>
                </a:moveTo>
                <a:lnTo>
                  <a:pt x="232410" y="0"/>
                </a:lnTo>
                <a:cubicBezTo>
                  <a:pt x="297597" y="0"/>
                  <a:pt x="350520" y="52923"/>
                  <a:pt x="350520" y="118110"/>
                </a:cubicBezTo>
                <a:lnTo>
                  <a:pt x="350520" y="118110"/>
                </a:lnTo>
                <a:cubicBezTo>
                  <a:pt x="350520" y="183297"/>
                  <a:pt x="297597" y="236220"/>
                  <a:pt x="232410" y="236220"/>
                </a:cubicBezTo>
                <a:lnTo>
                  <a:pt x="118110" y="236220"/>
                </a:lnTo>
                <a:cubicBezTo>
                  <a:pt x="52880" y="236220"/>
                  <a:pt x="0" y="183340"/>
                  <a:pt x="0" y="118110"/>
                </a:cubicBezTo>
                <a:lnTo>
                  <a:pt x="0" y="118110"/>
                </a:lnTo>
                <a:cubicBezTo>
                  <a:pt x="0" y="52880"/>
                  <a:pt x="52880" y="0"/>
                  <a:pt x="1181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26718"/>
            <a:ext cx="171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10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70092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James Webb телескопының жаңалықтары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1581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384810" y="1352435"/>
            <a:ext cx="5627370" cy="1255395"/>
          </a:xfrm>
          <a:custGeom>
            <a:avLst/>
            <a:gdLst/>
            <a:ahLst/>
            <a:cxnLst/>
            <a:rect l="l" t="t" r="r" b="b"/>
            <a:pathLst>
              <a:path w="5627370" h="1255395">
                <a:moveTo>
                  <a:pt x="114304" y="0"/>
                </a:moveTo>
                <a:lnTo>
                  <a:pt x="5513066" y="0"/>
                </a:lnTo>
                <a:cubicBezTo>
                  <a:pt x="5576152" y="0"/>
                  <a:pt x="5627370" y="51218"/>
                  <a:pt x="5627370" y="114304"/>
                </a:cubicBezTo>
                <a:lnTo>
                  <a:pt x="5627370" y="1141091"/>
                </a:lnTo>
                <a:cubicBezTo>
                  <a:pt x="5627370" y="1204177"/>
                  <a:pt x="5576152" y="1255395"/>
                  <a:pt x="5513066" y="1255395"/>
                </a:cubicBezTo>
                <a:lnTo>
                  <a:pt x="114304" y="1255395"/>
                </a:lnTo>
                <a:cubicBezTo>
                  <a:pt x="51218" y="1255395"/>
                  <a:pt x="0" y="1204177"/>
                  <a:pt x="0" y="114109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1020" y="150864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/>
              </a:gs>
              <a:gs pos="100000">
                <a:srgbClr val="EAB308"/>
              </a:gs>
            </a:gsLst>
            <a:lin ang="2700000" scaled="1"/>
          </a:gradFill>
          <a:ln/>
        </p:spPr>
      </p:sp>
      <p:sp>
        <p:nvSpPr>
          <p:cNvPr id="10" name="Shape 7"/>
          <p:cNvSpPr/>
          <p:nvPr/>
        </p:nvSpPr>
        <p:spPr>
          <a:xfrm>
            <a:off x="645795" y="162294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036320" y="1584843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MoM-z14 галактикасы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1020" y="2003943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Ең алыс галактика – Big Bang-тан </a:t>
            </a: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280 млн жыл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өткеннен кейін.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164" y="2315766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46680" y="115238"/>
                </a:moveTo>
                <a:cubicBezTo>
                  <a:pt x="42505" y="119412"/>
                  <a:pt x="35719" y="119412"/>
                  <a:pt x="31522" y="115238"/>
                </a:cubicBezTo>
                <a:lnTo>
                  <a:pt x="6273" y="89989"/>
                </a:lnTo>
                <a:cubicBezTo>
                  <a:pt x="2098" y="85814"/>
                  <a:pt x="2098" y="79028"/>
                  <a:pt x="6273" y="74831"/>
                </a:cubicBezTo>
                <a:lnTo>
                  <a:pt x="10068" y="71036"/>
                </a:lnTo>
                <a:lnTo>
                  <a:pt x="26477" y="87444"/>
                </a:lnTo>
                <a:cubicBezTo>
                  <a:pt x="28575" y="89542"/>
                  <a:pt x="31968" y="89542"/>
                  <a:pt x="34044" y="87444"/>
                </a:cubicBezTo>
                <a:cubicBezTo>
                  <a:pt x="36121" y="85345"/>
                  <a:pt x="36143" y="81952"/>
                  <a:pt x="34044" y="79876"/>
                </a:cubicBezTo>
                <a:lnTo>
                  <a:pt x="17636" y="63468"/>
                </a:lnTo>
                <a:lnTo>
                  <a:pt x="25204" y="55900"/>
                </a:lnTo>
                <a:lnTo>
                  <a:pt x="36567" y="67263"/>
                </a:lnTo>
                <a:cubicBezTo>
                  <a:pt x="38666" y="69361"/>
                  <a:pt x="42059" y="69361"/>
                  <a:pt x="44135" y="67263"/>
                </a:cubicBezTo>
                <a:cubicBezTo>
                  <a:pt x="46211" y="65164"/>
                  <a:pt x="46233" y="61771"/>
                  <a:pt x="44135" y="59695"/>
                </a:cubicBezTo>
                <a:lnTo>
                  <a:pt x="32772" y="48332"/>
                </a:lnTo>
                <a:lnTo>
                  <a:pt x="40340" y="40764"/>
                </a:lnTo>
                <a:lnTo>
                  <a:pt x="56748" y="57172"/>
                </a:lnTo>
                <a:cubicBezTo>
                  <a:pt x="58847" y="59271"/>
                  <a:pt x="62240" y="59271"/>
                  <a:pt x="64316" y="57172"/>
                </a:cubicBezTo>
                <a:cubicBezTo>
                  <a:pt x="66392" y="55074"/>
                  <a:pt x="66415" y="51681"/>
                  <a:pt x="64316" y="49604"/>
                </a:cubicBezTo>
                <a:lnTo>
                  <a:pt x="47908" y="33196"/>
                </a:lnTo>
                <a:lnTo>
                  <a:pt x="55476" y="25628"/>
                </a:lnTo>
                <a:lnTo>
                  <a:pt x="66839" y="36991"/>
                </a:lnTo>
                <a:cubicBezTo>
                  <a:pt x="68937" y="39090"/>
                  <a:pt x="72330" y="39090"/>
                  <a:pt x="74407" y="36991"/>
                </a:cubicBezTo>
                <a:cubicBezTo>
                  <a:pt x="76483" y="34893"/>
                  <a:pt x="76505" y="31499"/>
                  <a:pt x="74407" y="29423"/>
                </a:cubicBezTo>
                <a:lnTo>
                  <a:pt x="63044" y="18060"/>
                </a:lnTo>
                <a:lnTo>
                  <a:pt x="70612" y="10492"/>
                </a:lnTo>
                <a:lnTo>
                  <a:pt x="87020" y="26901"/>
                </a:lnTo>
                <a:cubicBezTo>
                  <a:pt x="89118" y="28999"/>
                  <a:pt x="92512" y="28999"/>
                  <a:pt x="94588" y="26901"/>
                </a:cubicBezTo>
                <a:cubicBezTo>
                  <a:pt x="96664" y="24802"/>
                  <a:pt x="96686" y="21409"/>
                  <a:pt x="94588" y="19333"/>
                </a:cubicBezTo>
                <a:lnTo>
                  <a:pt x="78179" y="2924"/>
                </a:lnTo>
                <a:lnTo>
                  <a:pt x="81975" y="-871"/>
                </a:lnTo>
                <a:cubicBezTo>
                  <a:pt x="86149" y="-5045"/>
                  <a:pt x="92936" y="-5045"/>
                  <a:pt x="97133" y="-871"/>
                </a:cubicBezTo>
                <a:lnTo>
                  <a:pt x="122448" y="24311"/>
                </a:lnTo>
                <a:cubicBezTo>
                  <a:pt x="126623" y="28486"/>
                  <a:pt x="126623" y="35272"/>
                  <a:pt x="122448" y="39469"/>
                </a:cubicBezTo>
                <a:lnTo>
                  <a:pt x="46680" y="115238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760095" y="2296837"/>
            <a:ext cx="1514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Жарық 13.5 млрд жыл жүрді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4810" y="2727244"/>
            <a:ext cx="5627370" cy="1255395"/>
          </a:xfrm>
          <a:custGeom>
            <a:avLst/>
            <a:gdLst/>
            <a:ahLst/>
            <a:cxnLst/>
            <a:rect l="l" t="t" r="r" b="b"/>
            <a:pathLst>
              <a:path w="5627370" h="1255395">
                <a:moveTo>
                  <a:pt x="114304" y="0"/>
                </a:moveTo>
                <a:lnTo>
                  <a:pt x="5513066" y="0"/>
                </a:lnTo>
                <a:cubicBezTo>
                  <a:pt x="5576152" y="0"/>
                  <a:pt x="5627370" y="51218"/>
                  <a:pt x="5627370" y="114304"/>
                </a:cubicBezTo>
                <a:lnTo>
                  <a:pt x="5627370" y="1141091"/>
                </a:lnTo>
                <a:cubicBezTo>
                  <a:pt x="5627370" y="1204177"/>
                  <a:pt x="5576152" y="1255395"/>
                  <a:pt x="5513066" y="1255395"/>
                </a:cubicBezTo>
                <a:lnTo>
                  <a:pt x="114304" y="1255395"/>
                </a:lnTo>
                <a:cubicBezTo>
                  <a:pt x="51218" y="1255395"/>
                  <a:pt x="0" y="1204177"/>
                  <a:pt x="0" y="114109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1020" y="28834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/>
              </a:gs>
              <a:gs pos="100000">
                <a:srgbClr val="22D3EE"/>
              </a:gs>
            </a:gsLst>
            <a:lin ang="2700000" scaled="1"/>
          </a:gradFill>
          <a:ln/>
        </p:spPr>
      </p:sp>
      <p:sp>
        <p:nvSpPr>
          <p:cNvPr id="17" name="Shape 14"/>
          <p:cNvSpPr/>
          <p:nvPr/>
        </p:nvSpPr>
        <p:spPr>
          <a:xfrm>
            <a:off x="655320" y="29977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34111" y="0"/>
                  <a:pt x="0" y="34111"/>
                  <a:pt x="0" y="76200"/>
                </a:cubicBezTo>
                <a:cubicBezTo>
                  <a:pt x="0" y="118289"/>
                  <a:pt x="34111" y="152400"/>
                  <a:pt x="76200" y="152400"/>
                </a:cubicBezTo>
                <a:cubicBezTo>
                  <a:pt x="96679" y="152400"/>
                  <a:pt x="115282" y="144304"/>
                  <a:pt x="128974" y="131147"/>
                </a:cubicBezTo>
                <a:cubicBezTo>
                  <a:pt x="131147" y="129064"/>
                  <a:pt x="131772" y="125819"/>
                  <a:pt x="130552" y="123081"/>
                </a:cubicBezTo>
                <a:cubicBezTo>
                  <a:pt x="129332" y="120342"/>
                  <a:pt x="126474" y="118646"/>
                  <a:pt x="123468" y="118884"/>
                </a:cubicBezTo>
                <a:cubicBezTo>
                  <a:pt x="122009" y="119003"/>
                  <a:pt x="120551" y="119062"/>
                  <a:pt x="119062" y="119062"/>
                </a:cubicBezTo>
                <a:cubicBezTo>
                  <a:pt x="88821" y="119062"/>
                  <a:pt x="64294" y="94536"/>
                  <a:pt x="64294" y="64294"/>
                </a:cubicBezTo>
                <a:cubicBezTo>
                  <a:pt x="64294" y="42833"/>
                  <a:pt x="76646" y="24229"/>
                  <a:pt x="94684" y="15240"/>
                </a:cubicBezTo>
                <a:cubicBezTo>
                  <a:pt x="97393" y="13901"/>
                  <a:pt x="98941" y="10984"/>
                  <a:pt x="98584" y="7977"/>
                </a:cubicBezTo>
                <a:cubicBezTo>
                  <a:pt x="98227" y="4971"/>
                  <a:pt x="96024" y="2530"/>
                  <a:pt x="93077" y="1875"/>
                </a:cubicBezTo>
                <a:cubicBezTo>
                  <a:pt x="87630" y="655"/>
                  <a:pt x="81975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036320" y="2959661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Uranus'тың жаңа серігі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1020" y="3378761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S/2025 U1 – диаметрі </a:t>
            </a: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км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Voyager 2 көрмеген.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62451" y="3690584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28575" y="0"/>
                </a:moveTo>
                <a:cubicBezTo>
                  <a:pt x="24624" y="0"/>
                  <a:pt x="21431" y="3192"/>
                  <a:pt x="21431" y="7144"/>
                </a:cubicBezTo>
                <a:lnTo>
                  <a:pt x="21431" y="14288"/>
                </a:lnTo>
                <a:lnTo>
                  <a:pt x="14288" y="14288"/>
                </a:lnTo>
                <a:cubicBezTo>
                  <a:pt x="6407" y="14288"/>
                  <a:pt x="0" y="20695"/>
                  <a:pt x="0" y="28575"/>
                </a:cubicBezTo>
                <a:lnTo>
                  <a:pt x="0" y="39291"/>
                </a:lnTo>
                <a:lnTo>
                  <a:pt x="100013" y="39291"/>
                </a:lnTo>
                <a:lnTo>
                  <a:pt x="100013" y="28575"/>
                </a:lnTo>
                <a:cubicBezTo>
                  <a:pt x="100013" y="20695"/>
                  <a:pt x="93605" y="14288"/>
                  <a:pt x="85725" y="14288"/>
                </a:cubicBezTo>
                <a:lnTo>
                  <a:pt x="78581" y="14288"/>
                </a:lnTo>
                <a:lnTo>
                  <a:pt x="78581" y="7144"/>
                </a:lnTo>
                <a:cubicBezTo>
                  <a:pt x="78581" y="3192"/>
                  <a:pt x="75389" y="0"/>
                  <a:pt x="71438" y="0"/>
                </a:cubicBezTo>
                <a:cubicBezTo>
                  <a:pt x="67486" y="0"/>
                  <a:pt x="64294" y="3192"/>
                  <a:pt x="64294" y="7144"/>
                </a:cubicBezTo>
                <a:lnTo>
                  <a:pt x="64294" y="14288"/>
                </a:lnTo>
                <a:lnTo>
                  <a:pt x="35719" y="14288"/>
                </a:lnTo>
                <a:lnTo>
                  <a:pt x="35719" y="7144"/>
                </a:lnTo>
                <a:cubicBezTo>
                  <a:pt x="35719" y="3192"/>
                  <a:pt x="32526" y="0"/>
                  <a:pt x="28575" y="0"/>
                </a:cubicBezTo>
                <a:close/>
                <a:moveTo>
                  <a:pt x="0" y="50006"/>
                </a:move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85725" y="107156"/>
                </a:lnTo>
                <a:cubicBezTo>
                  <a:pt x="93605" y="107156"/>
                  <a:pt x="100013" y="100749"/>
                  <a:pt x="100013" y="92869"/>
                </a:cubicBezTo>
                <a:lnTo>
                  <a:pt x="100013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1" name="Text 18"/>
          <p:cNvSpPr/>
          <p:nvPr/>
        </p:nvSpPr>
        <p:spPr>
          <a:xfrm>
            <a:off x="760095" y="3671655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жылғы ақпан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76010" y="1352435"/>
            <a:ext cx="5627370" cy="1255395"/>
          </a:xfrm>
          <a:custGeom>
            <a:avLst/>
            <a:gdLst/>
            <a:ahLst/>
            <a:cxnLst/>
            <a:rect l="l" t="t" r="r" b="b"/>
            <a:pathLst>
              <a:path w="5627370" h="1255395">
                <a:moveTo>
                  <a:pt x="114304" y="0"/>
                </a:moveTo>
                <a:lnTo>
                  <a:pt x="5513066" y="0"/>
                </a:lnTo>
                <a:cubicBezTo>
                  <a:pt x="5576152" y="0"/>
                  <a:pt x="5627370" y="51218"/>
                  <a:pt x="5627370" y="114304"/>
                </a:cubicBezTo>
                <a:lnTo>
                  <a:pt x="5627370" y="1141091"/>
                </a:lnTo>
                <a:cubicBezTo>
                  <a:pt x="5627370" y="1204177"/>
                  <a:pt x="5576152" y="1255395"/>
                  <a:pt x="5513066" y="1255395"/>
                </a:cubicBezTo>
                <a:lnTo>
                  <a:pt x="114304" y="1255395"/>
                </a:lnTo>
                <a:cubicBezTo>
                  <a:pt x="51218" y="1255395"/>
                  <a:pt x="0" y="1204177"/>
                  <a:pt x="0" y="114109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32220" y="150864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855F7"/>
              </a:gs>
              <a:gs pos="100000">
                <a:srgbClr val="C084FC"/>
              </a:gs>
            </a:gsLst>
            <a:lin ang="2700000" scaled="1"/>
          </a:gradFill>
          <a:ln/>
        </p:spPr>
      </p:sp>
      <p:sp>
        <p:nvSpPr>
          <p:cNvPr id="24" name="Shape 21"/>
          <p:cNvSpPr/>
          <p:nvPr/>
        </p:nvSpPr>
        <p:spPr>
          <a:xfrm>
            <a:off x="6436995" y="162294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75" y="-4762"/>
                </a:moveTo>
                <a:cubicBezTo>
                  <a:pt x="144929" y="-4762"/>
                  <a:pt x="146745" y="-3453"/>
                  <a:pt x="147399" y="-1518"/>
                </a:cubicBezTo>
                <a:lnTo>
                  <a:pt x="151418" y="10507"/>
                </a:lnTo>
                <a:lnTo>
                  <a:pt x="163443" y="14526"/>
                </a:lnTo>
                <a:cubicBezTo>
                  <a:pt x="165378" y="15180"/>
                  <a:pt x="166688" y="16996"/>
                  <a:pt x="166688" y="19050"/>
                </a:cubicBezTo>
                <a:cubicBezTo>
                  <a:pt x="166688" y="21104"/>
                  <a:pt x="165378" y="22920"/>
                  <a:pt x="163443" y="23574"/>
                </a:cubicBezTo>
                <a:lnTo>
                  <a:pt x="151418" y="27593"/>
                </a:lnTo>
                <a:lnTo>
                  <a:pt x="147399" y="39618"/>
                </a:lnTo>
                <a:cubicBezTo>
                  <a:pt x="146745" y="41553"/>
                  <a:pt x="144929" y="42863"/>
                  <a:pt x="142875" y="42863"/>
                </a:cubicBezTo>
                <a:cubicBezTo>
                  <a:pt x="140821" y="42863"/>
                  <a:pt x="139005" y="41553"/>
                  <a:pt x="138351" y="39618"/>
                </a:cubicBezTo>
                <a:lnTo>
                  <a:pt x="134332" y="27593"/>
                </a:lnTo>
                <a:lnTo>
                  <a:pt x="122307" y="23574"/>
                </a:lnTo>
                <a:cubicBezTo>
                  <a:pt x="120372" y="22920"/>
                  <a:pt x="119062" y="21104"/>
                  <a:pt x="119062" y="19050"/>
                </a:cubicBezTo>
                <a:cubicBezTo>
                  <a:pt x="119062" y="16996"/>
                  <a:pt x="120372" y="15180"/>
                  <a:pt x="122307" y="14526"/>
                </a:cubicBezTo>
                <a:lnTo>
                  <a:pt x="134332" y="10507"/>
                </a:lnTo>
                <a:lnTo>
                  <a:pt x="138351" y="-1518"/>
                </a:lnTo>
                <a:cubicBezTo>
                  <a:pt x="139005" y="-3453"/>
                  <a:pt x="140821" y="-4762"/>
                  <a:pt x="142875" y="-4762"/>
                </a:cubicBezTo>
                <a:close/>
                <a:moveTo>
                  <a:pt x="95667" y="28992"/>
                </a:moveTo>
                <a:cubicBezTo>
                  <a:pt x="99387" y="25271"/>
                  <a:pt x="105430" y="25271"/>
                  <a:pt x="109151" y="28992"/>
                </a:cubicBezTo>
                <a:lnTo>
                  <a:pt x="132963" y="52804"/>
                </a:lnTo>
                <a:cubicBezTo>
                  <a:pt x="136684" y="56525"/>
                  <a:pt x="136684" y="62567"/>
                  <a:pt x="132963" y="66288"/>
                </a:cubicBezTo>
                <a:lnTo>
                  <a:pt x="129719" y="69533"/>
                </a:lnTo>
                <a:cubicBezTo>
                  <a:pt x="132070" y="76081"/>
                  <a:pt x="133350" y="83135"/>
                  <a:pt x="133350" y="90517"/>
                </a:cubicBezTo>
                <a:cubicBezTo>
                  <a:pt x="133350" y="124718"/>
                  <a:pt x="105638" y="152430"/>
                  <a:pt x="71438" y="152430"/>
                </a:cubicBezTo>
                <a:cubicBezTo>
                  <a:pt x="37237" y="152430"/>
                  <a:pt x="9525" y="124688"/>
                  <a:pt x="9525" y="90488"/>
                </a:cubicBezTo>
                <a:cubicBezTo>
                  <a:pt x="9525" y="56287"/>
                  <a:pt x="37237" y="28575"/>
                  <a:pt x="71438" y="28575"/>
                </a:cubicBezTo>
                <a:cubicBezTo>
                  <a:pt x="78790" y="28575"/>
                  <a:pt x="85874" y="29855"/>
                  <a:pt x="92422" y="32236"/>
                </a:cubicBezTo>
                <a:lnTo>
                  <a:pt x="95667" y="28992"/>
                </a:lnTo>
                <a:close/>
                <a:moveTo>
                  <a:pt x="42863" y="90488"/>
                </a:moveTo>
                <a:cubicBezTo>
                  <a:pt x="42863" y="74712"/>
                  <a:pt x="55662" y="61912"/>
                  <a:pt x="71438" y="61912"/>
                </a:cubicBezTo>
                <a:cubicBezTo>
                  <a:pt x="75396" y="61912"/>
                  <a:pt x="78581" y="58728"/>
                  <a:pt x="78581" y="54769"/>
                </a:cubicBezTo>
                <a:cubicBezTo>
                  <a:pt x="78581" y="50810"/>
                  <a:pt x="75396" y="47625"/>
                  <a:pt x="71438" y="47625"/>
                </a:cubicBezTo>
                <a:cubicBezTo>
                  <a:pt x="47774" y="47625"/>
                  <a:pt x="28575" y="66824"/>
                  <a:pt x="28575" y="90488"/>
                </a:cubicBezTo>
                <a:cubicBezTo>
                  <a:pt x="28575" y="94446"/>
                  <a:pt x="31760" y="97631"/>
                  <a:pt x="35719" y="97631"/>
                </a:cubicBezTo>
                <a:cubicBezTo>
                  <a:pt x="39678" y="97631"/>
                  <a:pt x="42863" y="94446"/>
                  <a:pt x="42863" y="904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827520" y="1584843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Ең ерте супернова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32220" y="2003943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Ғаламдағы ең ерте супернова – </a:t>
            </a: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730 млн жыл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Big Bang-тан кейін.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353651" y="2315766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28575" y="0"/>
                </a:moveTo>
                <a:cubicBezTo>
                  <a:pt x="24624" y="0"/>
                  <a:pt x="21431" y="3192"/>
                  <a:pt x="21431" y="7144"/>
                </a:cubicBezTo>
                <a:lnTo>
                  <a:pt x="21431" y="14288"/>
                </a:lnTo>
                <a:lnTo>
                  <a:pt x="14288" y="14288"/>
                </a:lnTo>
                <a:cubicBezTo>
                  <a:pt x="6407" y="14288"/>
                  <a:pt x="0" y="20695"/>
                  <a:pt x="0" y="28575"/>
                </a:cubicBezTo>
                <a:lnTo>
                  <a:pt x="0" y="39291"/>
                </a:lnTo>
                <a:lnTo>
                  <a:pt x="100013" y="39291"/>
                </a:lnTo>
                <a:lnTo>
                  <a:pt x="100013" y="28575"/>
                </a:lnTo>
                <a:cubicBezTo>
                  <a:pt x="100013" y="20695"/>
                  <a:pt x="93605" y="14288"/>
                  <a:pt x="85725" y="14288"/>
                </a:cubicBezTo>
                <a:lnTo>
                  <a:pt x="78581" y="14288"/>
                </a:lnTo>
                <a:lnTo>
                  <a:pt x="78581" y="7144"/>
                </a:lnTo>
                <a:cubicBezTo>
                  <a:pt x="78581" y="3192"/>
                  <a:pt x="75389" y="0"/>
                  <a:pt x="71438" y="0"/>
                </a:cubicBezTo>
                <a:cubicBezTo>
                  <a:pt x="67486" y="0"/>
                  <a:pt x="64294" y="3192"/>
                  <a:pt x="64294" y="7144"/>
                </a:cubicBezTo>
                <a:lnTo>
                  <a:pt x="64294" y="14288"/>
                </a:lnTo>
                <a:lnTo>
                  <a:pt x="35719" y="14288"/>
                </a:lnTo>
                <a:lnTo>
                  <a:pt x="35719" y="7144"/>
                </a:lnTo>
                <a:cubicBezTo>
                  <a:pt x="35719" y="3192"/>
                  <a:pt x="32526" y="0"/>
                  <a:pt x="28575" y="0"/>
                </a:cubicBezTo>
                <a:close/>
                <a:moveTo>
                  <a:pt x="0" y="50006"/>
                </a:move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85725" y="107156"/>
                </a:lnTo>
                <a:cubicBezTo>
                  <a:pt x="93605" y="107156"/>
                  <a:pt x="100013" y="100749"/>
                  <a:pt x="100013" y="92869"/>
                </a:cubicBezTo>
                <a:lnTo>
                  <a:pt x="100013" y="50006"/>
                </a:lnTo>
                <a:lnTo>
                  <a:pt x="0" y="50006"/>
                </a:ln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28" name="Text 25"/>
          <p:cNvSpPr/>
          <p:nvPr/>
        </p:nvSpPr>
        <p:spPr>
          <a:xfrm>
            <a:off x="6551295" y="2296837"/>
            <a:ext cx="1095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 жылғы наурыз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76010" y="2727244"/>
            <a:ext cx="5627370" cy="1255395"/>
          </a:xfrm>
          <a:custGeom>
            <a:avLst/>
            <a:gdLst/>
            <a:ahLst/>
            <a:cxnLst/>
            <a:rect l="l" t="t" r="r" b="b"/>
            <a:pathLst>
              <a:path w="5627370" h="1255395">
                <a:moveTo>
                  <a:pt x="114304" y="0"/>
                </a:moveTo>
                <a:lnTo>
                  <a:pt x="5513066" y="0"/>
                </a:lnTo>
                <a:cubicBezTo>
                  <a:pt x="5576152" y="0"/>
                  <a:pt x="5627370" y="51218"/>
                  <a:pt x="5627370" y="114304"/>
                </a:cubicBezTo>
                <a:lnTo>
                  <a:pt x="5627370" y="1141091"/>
                </a:lnTo>
                <a:cubicBezTo>
                  <a:pt x="5627370" y="1204177"/>
                  <a:pt x="5576152" y="1255395"/>
                  <a:pt x="5513066" y="1255395"/>
                </a:cubicBezTo>
                <a:lnTo>
                  <a:pt x="114304" y="1255395"/>
                </a:lnTo>
                <a:cubicBezTo>
                  <a:pt x="51218" y="1255395"/>
                  <a:pt x="0" y="1204177"/>
                  <a:pt x="0" y="114109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32220" y="28834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/>
              </a:gs>
              <a:gs pos="100000">
                <a:srgbClr val="4ADE80"/>
              </a:gs>
            </a:gsLst>
            <a:lin ang="2700000" scaled="1"/>
          </a:gradFill>
          <a:ln/>
        </p:spPr>
      </p:sp>
      <p:sp>
        <p:nvSpPr>
          <p:cNvPr id="31" name="Shape 28"/>
          <p:cNvSpPr/>
          <p:nvPr/>
        </p:nvSpPr>
        <p:spPr>
          <a:xfrm>
            <a:off x="6446520" y="29977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4381" y="19288"/>
                </a:moveTo>
                <a:lnTo>
                  <a:pt x="41285" y="28575"/>
                </a:lnTo>
                <a:lnTo>
                  <a:pt x="19050" y="28575"/>
                </a:lnTo>
                <a:cubicBezTo>
                  <a:pt x="8543" y="28575"/>
                  <a:pt x="0" y="37118"/>
                  <a:pt x="0" y="4762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33350" y="142875"/>
                </a:lnTo>
                <a:cubicBezTo>
                  <a:pt x="143857" y="142875"/>
                  <a:pt x="152400" y="134332"/>
                  <a:pt x="152400" y="123825"/>
                </a:cubicBezTo>
                <a:lnTo>
                  <a:pt x="152400" y="47625"/>
                </a:lnTo>
                <a:cubicBezTo>
                  <a:pt x="152400" y="37118"/>
                  <a:pt x="143857" y="28575"/>
                  <a:pt x="133350" y="28575"/>
                </a:cubicBezTo>
                <a:lnTo>
                  <a:pt x="111115" y="28575"/>
                </a:lnTo>
                <a:lnTo>
                  <a:pt x="108019" y="19288"/>
                </a:lnTo>
                <a:cubicBezTo>
                  <a:pt x="106085" y="13454"/>
                  <a:pt x="100638" y="9525"/>
                  <a:pt x="94476" y="9525"/>
                </a:cubicBezTo>
                <a:lnTo>
                  <a:pt x="57924" y="9525"/>
                </a:lnTo>
                <a:cubicBezTo>
                  <a:pt x="51762" y="9525"/>
                  <a:pt x="46315" y="13454"/>
                  <a:pt x="44381" y="19288"/>
                </a:cubicBezTo>
                <a:close/>
                <a:moveTo>
                  <a:pt x="76200" y="57150"/>
                </a:moveTo>
                <a:cubicBezTo>
                  <a:pt x="91971" y="57150"/>
                  <a:pt x="104775" y="69954"/>
                  <a:pt x="104775" y="85725"/>
                </a:cubicBezTo>
                <a:cubicBezTo>
                  <a:pt x="104775" y="101496"/>
                  <a:pt x="91971" y="114300"/>
                  <a:pt x="76200" y="114300"/>
                </a:cubicBezTo>
                <a:cubicBezTo>
                  <a:pt x="60429" y="114300"/>
                  <a:pt x="47625" y="101496"/>
                  <a:pt x="47625" y="85725"/>
                </a:cubicBezTo>
                <a:cubicBezTo>
                  <a:pt x="47625" y="69954"/>
                  <a:pt x="60429" y="57150"/>
                  <a:pt x="76200" y="571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6827520" y="2959661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HR 8799 жүйесі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32220" y="3378761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Газ алыбы планеталарының </a:t>
            </a: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тікелей суреттері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алынды.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39364" y="3690584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46680" y="115238"/>
                </a:moveTo>
                <a:cubicBezTo>
                  <a:pt x="42505" y="119412"/>
                  <a:pt x="35719" y="119412"/>
                  <a:pt x="31522" y="115238"/>
                </a:cubicBezTo>
                <a:lnTo>
                  <a:pt x="6273" y="89989"/>
                </a:lnTo>
                <a:cubicBezTo>
                  <a:pt x="2098" y="85814"/>
                  <a:pt x="2098" y="79028"/>
                  <a:pt x="6273" y="74831"/>
                </a:cubicBezTo>
                <a:lnTo>
                  <a:pt x="10068" y="71036"/>
                </a:lnTo>
                <a:lnTo>
                  <a:pt x="26477" y="87444"/>
                </a:lnTo>
                <a:cubicBezTo>
                  <a:pt x="28575" y="89542"/>
                  <a:pt x="31968" y="89542"/>
                  <a:pt x="34044" y="87444"/>
                </a:cubicBezTo>
                <a:cubicBezTo>
                  <a:pt x="36121" y="85345"/>
                  <a:pt x="36143" y="81952"/>
                  <a:pt x="34044" y="79876"/>
                </a:cubicBezTo>
                <a:lnTo>
                  <a:pt x="17636" y="63468"/>
                </a:lnTo>
                <a:lnTo>
                  <a:pt x="25204" y="55900"/>
                </a:lnTo>
                <a:lnTo>
                  <a:pt x="36567" y="67263"/>
                </a:lnTo>
                <a:cubicBezTo>
                  <a:pt x="38666" y="69361"/>
                  <a:pt x="42059" y="69361"/>
                  <a:pt x="44135" y="67263"/>
                </a:cubicBezTo>
                <a:cubicBezTo>
                  <a:pt x="46211" y="65164"/>
                  <a:pt x="46233" y="61771"/>
                  <a:pt x="44135" y="59695"/>
                </a:cubicBezTo>
                <a:lnTo>
                  <a:pt x="32772" y="48332"/>
                </a:lnTo>
                <a:lnTo>
                  <a:pt x="40340" y="40764"/>
                </a:lnTo>
                <a:lnTo>
                  <a:pt x="56748" y="57172"/>
                </a:lnTo>
                <a:cubicBezTo>
                  <a:pt x="58847" y="59271"/>
                  <a:pt x="62240" y="59271"/>
                  <a:pt x="64316" y="57172"/>
                </a:cubicBezTo>
                <a:cubicBezTo>
                  <a:pt x="66392" y="55074"/>
                  <a:pt x="66415" y="51681"/>
                  <a:pt x="64316" y="49604"/>
                </a:cubicBezTo>
                <a:lnTo>
                  <a:pt x="47908" y="33196"/>
                </a:lnTo>
                <a:lnTo>
                  <a:pt x="55476" y="25628"/>
                </a:lnTo>
                <a:lnTo>
                  <a:pt x="66839" y="36991"/>
                </a:lnTo>
                <a:cubicBezTo>
                  <a:pt x="68937" y="39090"/>
                  <a:pt x="72330" y="39090"/>
                  <a:pt x="74407" y="36991"/>
                </a:cubicBezTo>
                <a:cubicBezTo>
                  <a:pt x="76483" y="34893"/>
                  <a:pt x="76505" y="31499"/>
                  <a:pt x="74407" y="29423"/>
                </a:cubicBezTo>
                <a:lnTo>
                  <a:pt x="63044" y="18060"/>
                </a:lnTo>
                <a:lnTo>
                  <a:pt x="70612" y="10492"/>
                </a:lnTo>
                <a:lnTo>
                  <a:pt x="87020" y="26901"/>
                </a:lnTo>
                <a:cubicBezTo>
                  <a:pt x="89118" y="28999"/>
                  <a:pt x="92512" y="28999"/>
                  <a:pt x="94588" y="26901"/>
                </a:cubicBezTo>
                <a:cubicBezTo>
                  <a:pt x="96664" y="24802"/>
                  <a:pt x="96686" y="21409"/>
                  <a:pt x="94588" y="19333"/>
                </a:cubicBezTo>
                <a:lnTo>
                  <a:pt x="78179" y="2924"/>
                </a:lnTo>
                <a:lnTo>
                  <a:pt x="81975" y="-871"/>
                </a:lnTo>
                <a:cubicBezTo>
                  <a:pt x="86149" y="-5045"/>
                  <a:pt x="92936" y="-5045"/>
                  <a:pt x="97133" y="-871"/>
                </a:cubicBezTo>
                <a:lnTo>
                  <a:pt x="122448" y="24311"/>
                </a:lnTo>
                <a:cubicBezTo>
                  <a:pt x="126623" y="28486"/>
                  <a:pt x="126623" y="35272"/>
                  <a:pt x="122448" y="39469"/>
                </a:cubicBezTo>
                <a:lnTo>
                  <a:pt x="46680" y="115238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5" name="Text 32"/>
          <p:cNvSpPr/>
          <p:nvPr/>
        </p:nvSpPr>
        <p:spPr>
          <a:xfrm>
            <a:off x="6551295" y="3671655"/>
            <a:ext cx="1590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130 жарық жылы қашықтықта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84810" y="5639280"/>
            <a:ext cx="5627370" cy="836295"/>
          </a:xfrm>
          <a:custGeom>
            <a:avLst/>
            <a:gdLst/>
            <a:ahLst/>
            <a:cxnLst/>
            <a:rect l="l" t="t" r="r" b="b"/>
            <a:pathLst>
              <a:path w="5627370" h="836295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721999"/>
                </a:lnTo>
                <a:cubicBezTo>
                  <a:pt x="5627370" y="785123"/>
                  <a:pt x="5576198" y="836295"/>
                  <a:pt x="5513074" y="836295"/>
                </a:cubicBezTo>
                <a:lnTo>
                  <a:pt x="114296" y="836295"/>
                </a:lnTo>
                <a:cubicBezTo>
                  <a:pt x="51172" y="836295"/>
                  <a:pt x="0" y="785123"/>
                  <a:pt x="0" y="72199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EAB308">
                <a:alpha val="30196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64832" y="58240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32147" y="107156"/>
                </a:moveTo>
                <a:cubicBezTo>
                  <a:pt x="14399" y="107156"/>
                  <a:pt x="0" y="92757"/>
                  <a:pt x="0" y="75009"/>
                </a:cubicBezTo>
                <a:cubicBezTo>
                  <a:pt x="0" y="60778"/>
                  <a:pt x="9242" y="48689"/>
                  <a:pt x="22067" y="44470"/>
                </a:cubicBezTo>
                <a:cubicBezTo>
                  <a:pt x="21632" y="42226"/>
                  <a:pt x="21431" y="39882"/>
                  <a:pt x="21431" y="37505"/>
                </a:cubicBezTo>
                <a:cubicBezTo>
                  <a:pt x="21431" y="16777"/>
                  <a:pt x="38208" y="0"/>
                  <a:pt x="58936" y="0"/>
                </a:cubicBezTo>
                <a:cubicBezTo>
                  <a:pt x="73369" y="0"/>
                  <a:pt x="85892" y="8137"/>
                  <a:pt x="92154" y="20092"/>
                </a:cubicBezTo>
                <a:cubicBezTo>
                  <a:pt x="97077" y="14366"/>
                  <a:pt x="104377" y="10716"/>
                  <a:pt x="112514" y="10716"/>
                </a:cubicBezTo>
                <a:cubicBezTo>
                  <a:pt x="127315" y="10716"/>
                  <a:pt x="139303" y="22704"/>
                  <a:pt x="139303" y="37505"/>
                </a:cubicBezTo>
                <a:cubicBezTo>
                  <a:pt x="139303" y="39346"/>
                  <a:pt x="139102" y="41121"/>
                  <a:pt x="138767" y="42863"/>
                </a:cubicBezTo>
                <a:cubicBezTo>
                  <a:pt x="138935" y="42863"/>
                  <a:pt x="139136" y="42863"/>
                  <a:pt x="139303" y="42863"/>
                </a:cubicBezTo>
                <a:cubicBezTo>
                  <a:pt x="157051" y="42863"/>
                  <a:pt x="171450" y="57262"/>
                  <a:pt x="171450" y="75009"/>
                </a:cubicBezTo>
                <a:cubicBezTo>
                  <a:pt x="171450" y="92757"/>
                  <a:pt x="157051" y="107156"/>
                  <a:pt x="139303" y="107156"/>
                </a:cubicBezTo>
                <a:lnTo>
                  <a:pt x="32147" y="107156"/>
                </a:lnTo>
                <a:close/>
                <a:moveTo>
                  <a:pt x="32683" y="129994"/>
                </a:moveTo>
                <a:cubicBezTo>
                  <a:pt x="33051" y="129157"/>
                  <a:pt x="33888" y="128588"/>
                  <a:pt x="34826" y="128588"/>
                </a:cubicBezTo>
                <a:cubicBezTo>
                  <a:pt x="35763" y="128588"/>
                  <a:pt x="36601" y="129123"/>
                  <a:pt x="36969" y="129994"/>
                </a:cubicBezTo>
                <a:lnTo>
                  <a:pt x="47082" y="152832"/>
                </a:lnTo>
                <a:cubicBezTo>
                  <a:pt x="47818" y="154539"/>
                  <a:pt x="48220" y="156348"/>
                  <a:pt x="48220" y="158189"/>
                </a:cubicBezTo>
                <a:cubicBezTo>
                  <a:pt x="48220" y="165523"/>
                  <a:pt x="42159" y="171450"/>
                  <a:pt x="34826" y="171450"/>
                </a:cubicBezTo>
                <a:cubicBezTo>
                  <a:pt x="27492" y="171450"/>
                  <a:pt x="21431" y="165523"/>
                  <a:pt x="21431" y="158189"/>
                </a:cubicBezTo>
                <a:cubicBezTo>
                  <a:pt x="21431" y="156348"/>
                  <a:pt x="21833" y="154506"/>
                  <a:pt x="22570" y="152832"/>
                </a:cubicBezTo>
                <a:lnTo>
                  <a:pt x="32683" y="129994"/>
                </a:lnTo>
                <a:close/>
                <a:moveTo>
                  <a:pt x="83582" y="129994"/>
                </a:moveTo>
                <a:cubicBezTo>
                  <a:pt x="83950" y="129157"/>
                  <a:pt x="84787" y="128588"/>
                  <a:pt x="85725" y="128588"/>
                </a:cubicBezTo>
                <a:cubicBezTo>
                  <a:pt x="86663" y="128588"/>
                  <a:pt x="87500" y="129123"/>
                  <a:pt x="87868" y="129994"/>
                </a:cubicBezTo>
                <a:lnTo>
                  <a:pt x="97981" y="152832"/>
                </a:lnTo>
                <a:cubicBezTo>
                  <a:pt x="98718" y="154539"/>
                  <a:pt x="99120" y="156348"/>
                  <a:pt x="99120" y="158189"/>
                </a:cubicBezTo>
                <a:cubicBezTo>
                  <a:pt x="99120" y="165523"/>
                  <a:pt x="93059" y="171450"/>
                  <a:pt x="85725" y="171450"/>
                </a:cubicBezTo>
                <a:cubicBezTo>
                  <a:pt x="78391" y="171450"/>
                  <a:pt x="72330" y="165523"/>
                  <a:pt x="72330" y="158189"/>
                </a:cubicBezTo>
                <a:cubicBezTo>
                  <a:pt x="72330" y="156348"/>
                  <a:pt x="72732" y="154506"/>
                  <a:pt x="73469" y="152832"/>
                </a:cubicBezTo>
                <a:lnTo>
                  <a:pt x="83582" y="129994"/>
                </a:lnTo>
                <a:close/>
                <a:moveTo>
                  <a:pt x="124368" y="152832"/>
                </a:moveTo>
                <a:lnTo>
                  <a:pt x="134481" y="129994"/>
                </a:lnTo>
                <a:cubicBezTo>
                  <a:pt x="134849" y="129157"/>
                  <a:pt x="135687" y="128588"/>
                  <a:pt x="136624" y="128588"/>
                </a:cubicBezTo>
                <a:cubicBezTo>
                  <a:pt x="137562" y="128588"/>
                  <a:pt x="138399" y="129123"/>
                  <a:pt x="138767" y="129994"/>
                </a:cubicBezTo>
                <a:lnTo>
                  <a:pt x="148880" y="152832"/>
                </a:lnTo>
                <a:cubicBezTo>
                  <a:pt x="149617" y="154539"/>
                  <a:pt x="150019" y="156348"/>
                  <a:pt x="150019" y="158189"/>
                </a:cubicBezTo>
                <a:cubicBezTo>
                  <a:pt x="150019" y="165523"/>
                  <a:pt x="143958" y="171450"/>
                  <a:pt x="136624" y="171450"/>
                </a:cubicBezTo>
                <a:cubicBezTo>
                  <a:pt x="129291" y="171450"/>
                  <a:pt x="123230" y="165523"/>
                  <a:pt x="123230" y="158189"/>
                </a:cubicBezTo>
                <a:cubicBezTo>
                  <a:pt x="123230" y="156348"/>
                  <a:pt x="123632" y="154506"/>
                  <a:pt x="124368" y="152832"/>
                </a:cubicBezTo>
                <a:close/>
              </a:path>
            </a:pathLst>
          </a:custGeom>
          <a:solidFill>
            <a:srgbClr val="EAB308"/>
          </a:solidFill>
          <a:ln/>
        </p:spPr>
      </p:sp>
      <p:sp>
        <p:nvSpPr>
          <p:cNvPr id="38" name="Text 35"/>
          <p:cNvSpPr/>
          <p:nvPr/>
        </p:nvSpPr>
        <p:spPr>
          <a:xfrm>
            <a:off x="869633" y="5795488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Титандағы бұлттар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41020" y="6100288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Метан жауындарының алғашқы дәлелі – солтүстік жарты шарда.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176010" y="5639280"/>
            <a:ext cx="5627370" cy="836295"/>
          </a:xfrm>
          <a:custGeom>
            <a:avLst/>
            <a:gdLst/>
            <a:ahLst/>
            <a:cxnLst/>
            <a:rect l="l" t="t" r="r" b="b"/>
            <a:pathLst>
              <a:path w="5627370" h="836295">
                <a:moveTo>
                  <a:pt x="114296" y="0"/>
                </a:moveTo>
                <a:lnTo>
                  <a:pt x="5513074" y="0"/>
                </a:lnTo>
                <a:cubicBezTo>
                  <a:pt x="5576198" y="0"/>
                  <a:pt x="5627370" y="51172"/>
                  <a:pt x="5627370" y="114296"/>
                </a:cubicBezTo>
                <a:lnTo>
                  <a:pt x="5627370" y="721999"/>
                </a:lnTo>
                <a:cubicBezTo>
                  <a:pt x="5627370" y="785123"/>
                  <a:pt x="5576198" y="836295"/>
                  <a:pt x="5513074" y="836295"/>
                </a:cubicBezTo>
                <a:lnTo>
                  <a:pt x="114296" y="836295"/>
                </a:lnTo>
                <a:cubicBezTo>
                  <a:pt x="51172" y="836295"/>
                  <a:pt x="0" y="785123"/>
                  <a:pt x="0" y="72199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0F172A">
              <a:alpha val="8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356032" y="58240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Text 39"/>
          <p:cNvSpPr/>
          <p:nvPr/>
        </p:nvSpPr>
        <p:spPr>
          <a:xfrm>
            <a:off x="6660832" y="5795488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M83 галактикасындағы қара тесіктер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332220" y="6100288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Жасырын супермассивті қара тесіктің белгілері табылды.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312420" cy="236220"/>
          </a:xfrm>
          <a:custGeom>
            <a:avLst/>
            <a:gdLst/>
            <a:ahLst/>
            <a:cxnLst/>
            <a:rect l="l" t="t" r="r" b="b"/>
            <a:pathLst>
              <a:path w="312420" h="236220">
                <a:moveTo>
                  <a:pt x="118110" y="0"/>
                </a:moveTo>
                <a:lnTo>
                  <a:pt x="194310" y="0"/>
                </a:lnTo>
                <a:cubicBezTo>
                  <a:pt x="259540" y="0"/>
                  <a:pt x="312420" y="52880"/>
                  <a:pt x="312420" y="118110"/>
                </a:cubicBezTo>
                <a:lnTo>
                  <a:pt x="312420" y="118110"/>
                </a:lnTo>
                <a:cubicBezTo>
                  <a:pt x="312420" y="183340"/>
                  <a:pt x="259540" y="236220"/>
                  <a:pt x="194310" y="236220"/>
                </a:cubicBezTo>
                <a:lnTo>
                  <a:pt x="118110" y="236220"/>
                </a:lnTo>
                <a:cubicBezTo>
                  <a:pt x="52880" y="236220"/>
                  <a:pt x="0" y="183340"/>
                  <a:pt x="0" y="118110"/>
                </a:cubicBezTo>
                <a:lnTo>
                  <a:pt x="0" y="118110"/>
                </a:lnTo>
                <a:cubicBezTo>
                  <a:pt x="0" y="52880"/>
                  <a:pt x="52880" y="0"/>
                  <a:pt x="1181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26718"/>
            <a:ext cx="133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0092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Болашақ жоспарлар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581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4810" y="1352435"/>
            <a:ext cx="5627370" cy="1464945"/>
          </a:xfrm>
          <a:custGeom>
            <a:avLst/>
            <a:gdLst/>
            <a:ahLst/>
            <a:cxnLst/>
            <a:rect l="l" t="t" r="r" b="b"/>
            <a:pathLst>
              <a:path w="5627370" h="1464945">
                <a:moveTo>
                  <a:pt x="114295" y="0"/>
                </a:moveTo>
                <a:lnTo>
                  <a:pt x="5513075" y="0"/>
                </a:lnTo>
                <a:cubicBezTo>
                  <a:pt x="5576198" y="0"/>
                  <a:pt x="5627370" y="51172"/>
                  <a:pt x="5627370" y="114295"/>
                </a:cubicBezTo>
                <a:lnTo>
                  <a:pt x="5627370" y="1350650"/>
                </a:lnTo>
                <a:cubicBezTo>
                  <a:pt x="5627370" y="1413773"/>
                  <a:pt x="5576198" y="1464945"/>
                  <a:pt x="5513075" y="1464945"/>
                </a:cubicBezTo>
                <a:lnTo>
                  <a:pt x="114295" y="1464945"/>
                </a:lnTo>
                <a:cubicBezTo>
                  <a:pt x="51214" y="1464945"/>
                  <a:pt x="0" y="1413731"/>
                  <a:pt x="0" y="1350650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1020" y="150864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707350" y="1584843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6320" y="1565793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интеграциясы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1020" y="2003943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 APOD, Exoplanet Archive API-ларын қосу арқылы деректерді автоматты түрде жаңарту.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5307" y="2532459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4712" y="51011"/>
                </a:moveTo>
                <a:cubicBezTo>
                  <a:pt x="17681" y="30249"/>
                  <a:pt x="35562" y="14288"/>
                  <a:pt x="57150" y="14288"/>
                </a:cubicBezTo>
                <a:cubicBezTo>
                  <a:pt x="68982" y="14288"/>
                  <a:pt x="79697" y="19087"/>
                  <a:pt x="87466" y="26834"/>
                </a:cubicBezTo>
                <a:cubicBezTo>
                  <a:pt x="87511" y="26878"/>
                  <a:pt x="87556" y="26923"/>
                  <a:pt x="87600" y="26968"/>
                </a:cubicBezTo>
                <a:lnTo>
                  <a:pt x="89297" y="28575"/>
                </a:lnTo>
                <a:lnTo>
                  <a:pt x="78604" y="28575"/>
                </a:lnTo>
                <a:cubicBezTo>
                  <a:pt x="74652" y="28575"/>
                  <a:pt x="71460" y="31767"/>
                  <a:pt x="71460" y="35719"/>
                </a:cubicBezTo>
                <a:cubicBezTo>
                  <a:pt x="71460" y="39670"/>
                  <a:pt x="74652" y="42863"/>
                  <a:pt x="78604" y="42863"/>
                </a:cubicBezTo>
                <a:lnTo>
                  <a:pt x="107179" y="42863"/>
                </a:lnTo>
                <a:cubicBezTo>
                  <a:pt x="111130" y="42863"/>
                  <a:pt x="114322" y="39670"/>
                  <a:pt x="114322" y="35719"/>
                </a:cubicBezTo>
                <a:lnTo>
                  <a:pt x="114322" y="7144"/>
                </a:lnTo>
                <a:cubicBezTo>
                  <a:pt x="114322" y="3192"/>
                  <a:pt x="111130" y="0"/>
                  <a:pt x="107179" y="0"/>
                </a:cubicBezTo>
                <a:cubicBezTo>
                  <a:pt x="103227" y="0"/>
                  <a:pt x="100035" y="3192"/>
                  <a:pt x="100035" y="7144"/>
                </a:cubicBezTo>
                <a:lnTo>
                  <a:pt x="100035" y="19065"/>
                </a:lnTo>
                <a:lnTo>
                  <a:pt x="97512" y="16676"/>
                </a:lnTo>
                <a:cubicBezTo>
                  <a:pt x="87176" y="6385"/>
                  <a:pt x="72889" y="0"/>
                  <a:pt x="57150" y="0"/>
                </a:cubicBezTo>
                <a:cubicBezTo>
                  <a:pt x="28352" y="0"/>
                  <a:pt x="4532" y="21297"/>
                  <a:pt x="580" y="49002"/>
                </a:cubicBezTo>
                <a:cubicBezTo>
                  <a:pt x="22" y="52908"/>
                  <a:pt x="2724" y="56525"/>
                  <a:pt x="6630" y="57083"/>
                </a:cubicBezTo>
                <a:cubicBezTo>
                  <a:pt x="10537" y="57641"/>
                  <a:pt x="14154" y="54918"/>
                  <a:pt x="14712" y="51033"/>
                </a:cubicBezTo>
                <a:close/>
                <a:moveTo>
                  <a:pt x="113720" y="65298"/>
                </a:moveTo>
                <a:cubicBezTo>
                  <a:pt x="114278" y="61392"/>
                  <a:pt x="111554" y="57775"/>
                  <a:pt x="107670" y="57217"/>
                </a:cubicBezTo>
                <a:cubicBezTo>
                  <a:pt x="103785" y="56659"/>
                  <a:pt x="100146" y="59382"/>
                  <a:pt x="99588" y="63267"/>
                </a:cubicBezTo>
                <a:cubicBezTo>
                  <a:pt x="96619" y="84028"/>
                  <a:pt x="78738" y="99990"/>
                  <a:pt x="57150" y="99990"/>
                </a:cubicBezTo>
                <a:cubicBezTo>
                  <a:pt x="45318" y="99990"/>
                  <a:pt x="34603" y="95190"/>
                  <a:pt x="26834" y="87444"/>
                </a:cubicBezTo>
                <a:cubicBezTo>
                  <a:pt x="26789" y="87399"/>
                  <a:pt x="26744" y="87355"/>
                  <a:pt x="26700" y="87310"/>
                </a:cubicBezTo>
                <a:lnTo>
                  <a:pt x="25003" y="85703"/>
                </a:lnTo>
                <a:lnTo>
                  <a:pt x="35696" y="85703"/>
                </a:lnTo>
                <a:cubicBezTo>
                  <a:pt x="39648" y="85703"/>
                  <a:pt x="42840" y="82510"/>
                  <a:pt x="42840" y="78559"/>
                </a:cubicBezTo>
                <a:cubicBezTo>
                  <a:pt x="42840" y="74608"/>
                  <a:pt x="39648" y="71415"/>
                  <a:pt x="35696" y="71415"/>
                </a:cubicBezTo>
                <a:lnTo>
                  <a:pt x="7144" y="71438"/>
                </a:lnTo>
                <a:cubicBezTo>
                  <a:pt x="5246" y="71438"/>
                  <a:pt x="3416" y="72197"/>
                  <a:pt x="2076" y="73558"/>
                </a:cubicBezTo>
                <a:cubicBezTo>
                  <a:pt x="737" y="74920"/>
                  <a:pt x="-22" y="76728"/>
                  <a:pt x="0" y="78648"/>
                </a:cubicBezTo>
                <a:lnTo>
                  <a:pt x="223" y="107000"/>
                </a:lnTo>
                <a:cubicBezTo>
                  <a:pt x="246" y="110951"/>
                  <a:pt x="3483" y="114121"/>
                  <a:pt x="7434" y="114077"/>
                </a:cubicBezTo>
                <a:cubicBezTo>
                  <a:pt x="11385" y="114032"/>
                  <a:pt x="14555" y="110817"/>
                  <a:pt x="14511" y="106866"/>
                </a:cubicBezTo>
                <a:lnTo>
                  <a:pt x="14421" y="95369"/>
                </a:lnTo>
                <a:lnTo>
                  <a:pt x="16810" y="97624"/>
                </a:lnTo>
                <a:cubicBezTo>
                  <a:pt x="27146" y="107915"/>
                  <a:pt x="41411" y="114300"/>
                  <a:pt x="57150" y="114300"/>
                </a:cubicBezTo>
                <a:cubicBezTo>
                  <a:pt x="85948" y="114300"/>
                  <a:pt x="109768" y="93003"/>
                  <a:pt x="113720" y="65298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760095" y="2513530"/>
            <a:ext cx="13525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Нақты уақытта деректер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810" y="2943938"/>
            <a:ext cx="5627370" cy="1255395"/>
          </a:xfrm>
          <a:custGeom>
            <a:avLst/>
            <a:gdLst/>
            <a:ahLst/>
            <a:cxnLst/>
            <a:rect l="l" t="t" r="r" b="b"/>
            <a:pathLst>
              <a:path w="5627370" h="1255395">
                <a:moveTo>
                  <a:pt x="114304" y="0"/>
                </a:moveTo>
                <a:lnTo>
                  <a:pt x="5513066" y="0"/>
                </a:lnTo>
                <a:cubicBezTo>
                  <a:pt x="5576152" y="0"/>
                  <a:pt x="5627370" y="51218"/>
                  <a:pt x="5627370" y="114304"/>
                </a:cubicBezTo>
                <a:lnTo>
                  <a:pt x="5627370" y="1141091"/>
                </a:lnTo>
                <a:cubicBezTo>
                  <a:pt x="5627370" y="1204177"/>
                  <a:pt x="5576152" y="1255395"/>
                  <a:pt x="5513066" y="1255395"/>
                </a:cubicBezTo>
                <a:lnTo>
                  <a:pt x="114304" y="1255395"/>
                </a:lnTo>
                <a:cubicBezTo>
                  <a:pt x="51218" y="1255395"/>
                  <a:pt x="0" y="1204177"/>
                  <a:pt x="0" y="114109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1020" y="310015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/>
              </a:gs>
              <a:gs pos="100000">
                <a:srgbClr val="4ADE80"/>
              </a:gs>
            </a:gsLst>
            <a:lin ang="270000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692706" y="317635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6320" y="3157305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 визуализация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1020" y="3595455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Three.js кітапханасын қолданып, планеталардың 3D модельдерін көрсету.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5307" y="390727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0073" y="-558"/>
                </a:moveTo>
                <a:cubicBezTo>
                  <a:pt x="54493" y="-3103"/>
                  <a:pt x="59941" y="-3103"/>
                  <a:pt x="64361" y="-558"/>
                </a:cubicBezTo>
                <a:lnTo>
                  <a:pt x="103629" y="22101"/>
                </a:lnTo>
                <a:cubicBezTo>
                  <a:pt x="108049" y="24646"/>
                  <a:pt x="110773" y="29379"/>
                  <a:pt x="110773" y="34469"/>
                </a:cubicBezTo>
                <a:lnTo>
                  <a:pt x="110773" y="79787"/>
                </a:lnTo>
                <a:cubicBezTo>
                  <a:pt x="110773" y="84899"/>
                  <a:pt x="108049" y="89609"/>
                  <a:pt x="103629" y="92154"/>
                </a:cubicBezTo>
                <a:lnTo>
                  <a:pt x="64361" y="114858"/>
                </a:lnTo>
                <a:cubicBezTo>
                  <a:pt x="59941" y="117403"/>
                  <a:pt x="54493" y="117403"/>
                  <a:pt x="50073" y="114858"/>
                </a:cubicBezTo>
                <a:lnTo>
                  <a:pt x="10827" y="92199"/>
                </a:lnTo>
                <a:cubicBezTo>
                  <a:pt x="6407" y="89654"/>
                  <a:pt x="3683" y="84921"/>
                  <a:pt x="3683" y="79831"/>
                </a:cubicBezTo>
                <a:lnTo>
                  <a:pt x="3683" y="34513"/>
                </a:lnTo>
                <a:cubicBezTo>
                  <a:pt x="3683" y="29401"/>
                  <a:pt x="6407" y="24691"/>
                  <a:pt x="10827" y="22146"/>
                </a:cubicBezTo>
                <a:lnTo>
                  <a:pt x="50073" y="-558"/>
                </a:lnTo>
                <a:close/>
                <a:moveTo>
                  <a:pt x="96463" y="79809"/>
                </a:moveTo>
                <a:lnTo>
                  <a:pt x="96463" y="42729"/>
                </a:lnTo>
                <a:lnTo>
                  <a:pt x="64361" y="61258"/>
                </a:lnTo>
                <a:lnTo>
                  <a:pt x="64361" y="98338"/>
                </a:lnTo>
                <a:lnTo>
                  <a:pt x="96463" y="79809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760095" y="3888349"/>
            <a:ext cx="15430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Интерактивті 3D модельдер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810" y="4318756"/>
            <a:ext cx="5627370" cy="1255395"/>
          </a:xfrm>
          <a:custGeom>
            <a:avLst/>
            <a:gdLst/>
            <a:ahLst/>
            <a:cxnLst/>
            <a:rect l="l" t="t" r="r" b="b"/>
            <a:pathLst>
              <a:path w="5627370" h="1255395">
                <a:moveTo>
                  <a:pt x="114304" y="0"/>
                </a:moveTo>
                <a:lnTo>
                  <a:pt x="5513066" y="0"/>
                </a:lnTo>
                <a:cubicBezTo>
                  <a:pt x="5576152" y="0"/>
                  <a:pt x="5627370" y="51218"/>
                  <a:pt x="5627370" y="114304"/>
                </a:cubicBezTo>
                <a:lnTo>
                  <a:pt x="5627370" y="1141091"/>
                </a:lnTo>
                <a:cubicBezTo>
                  <a:pt x="5627370" y="1204177"/>
                  <a:pt x="5576152" y="1255395"/>
                  <a:pt x="5513066" y="1255395"/>
                </a:cubicBezTo>
                <a:lnTo>
                  <a:pt x="114304" y="1255395"/>
                </a:lnTo>
                <a:cubicBezTo>
                  <a:pt x="51218" y="1255395"/>
                  <a:pt x="0" y="1204177"/>
                  <a:pt x="0" y="114109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1020" y="447496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97316"/>
              </a:gs>
              <a:gs pos="100000">
                <a:srgbClr val="EAB308"/>
              </a:gs>
            </a:gsLst>
            <a:lin ang="2700000" scaled="1"/>
          </a:gradFill>
          <a:ln/>
        </p:spPr>
      </p:sp>
      <p:sp>
        <p:nvSpPr>
          <p:cNvPr id="22" name="Text 20"/>
          <p:cNvSpPr/>
          <p:nvPr/>
        </p:nvSpPr>
        <p:spPr>
          <a:xfrm>
            <a:off x="690682" y="4551164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36320" y="4532114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Қазақша толық аудару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1020" y="4970264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Барлық нысандардың сипаттамаларын қазақ тіліне толық аудару.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164" y="5282087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35719" y="0"/>
                </a:moveTo>
                <a:cubicBezTo>
                  <a:pt x="39670" y="0"/>
                  <a:pt x="42863" y="3192"/>
                  <a:pt x="42863" y="7144"/>
                </a:cubicBezTo>
                <a:lnTo>
                  <a:pt x="42863" y="14288"/>
                </a:lnTo>
                <a:lnTo>
                  <a:pt x="71438" y="14288"/>
                </a:lnTo>
                <a:cubicBezTo>
                  <a:pt x="75389" y="14288"/>
                  <a:pt x="78581" y="17480"/>
                  <a:pt x="78581" y="21431"/>
                </a:cubicBezTo>
                <a:cubicBezTo>
                  <a:pt x="78581" y="25383"/>
                  <a:pt x="75389" y="28575"/>
                  <a:pt x="71438" y="28575"/>
                </a:cubicBezTo>
                <a:lnTo>
                  <a:pt x="69294" y="28575"/>
                </a:lnTo>
                <a:lnTo>
                  <a:pt x="67419" y="33732"/>
                </a:lnTo>
                <a:cubicBezTo>
                  <a:pt x="63758" y="43822"/>
                  <a:pt x="58244" y="53042"/>
                  <a:pt x="51301" y="60967"/>
                </a:cubicBezTo>
                <a:cubicBezTo>
                  <a:pt x="54471" y="62932"/>
                  <a:pt x="57775" y="64673"/>
                  <a:pt x="61213" y="66214"/>
                </a:cubicBezTo>
                <a:lnTo>
                  <a:pt x="72464" y="71214"/>
                </a:lnTo>
                <a:lnTo>
                  <a:pt x="86350" y="39960"/>
                </a:lnTo>
                <a:cubicBezTo>
                  <a:pt x="87489" y="37371"/>
                  <a:pt x="90056" y="35719"/>
                  <a:pt x="92869" y="35719"/>
                </a:cubicBezTo>
                <a:cubicBezTo>
                  <a:pt x="95682" y="35719"/>
                  <a:pt x="98249" y="37371"/>
                  <a:pt x="99387" y="39960"/>
                </a:cubicBezTo>
                <a:lnTo>
                  <a:pt x="127962" y="104254"/>
                </a:lnTo>
                <a:cubicBezTo>
                  <a:pt x="129570" y="107871"/>
                  <a:pt x="127940" y="112090"/>
                  <a:pt x="124346" y="113675"/>
                </a:cubicBezTo>
                <a:cubicBezTo>
                  <a:pt x="120752" y="115260"/>
                  <a:pt x="116510" y="113653"/>
                  <a:pt x="114925" y="110058"/>
                </a:cubicBezTo>
                <a:lnTo>
                  <a:pt x="110460" y="100013"/>
                </a:lnTo>
                <a:lnTo>
                  <a:pt x="75300" y="100013"/>
                </a:lnTo>
                <a:lnTo>
                  <a:pt x="70835" y="110058"/>
                </a:lnTo>
                <a:cubicBezTo>
                  <a:pt x="69227" y="113675"/>
                  <a:pt x="65008" y="115282"/>
                  <a:pt x="61414" y="113675"/>
                </a:cubicBezTo>
                <a:cubicBezTo>
                  <a:pt x="57820" y="112068"/>
                  <a:pt x="56190" y="107848"/>
                  <a:pt x="57797" y="104254"/>
                </a:cubicBezTo>
                <a:lnTo>
                  <a:pt x="66682" y="84274"/>
                </a:lnTo>
                <a:lnTo>
                  <a:pt x="55431" y="79273"/>
                </a:lnTo>
                <a:cubicBezTo>
                  <a:pt x="50296" y="76996"/>
                  <a:pt x="45385" y="74273"/>
                  <a:pt x="40742" y="71147"/>
                </a:cubicBezTo>
                <a:cubicBezTo>
                  <a:pt x="35987" y="74987"/>
                  <a:pt x="30785" y="78336"/>
                  <a:pt x="25226" y="81126"/>
                </a:cubicBezTo>
                <a:lnTo>
                  <a:pt x="17480" y="84966"/>
                </a:lnTo>
                <a:cubicBezTo>
                  <a:pt x="13953" y="86730"/>
                  <a:pt x="9666" y="85301"/>
                  <a:pt x="7903" y="81774"/>
                </a:cubicBezTo>
                <a:cubicBezTo>
                  <a:pt x="6139" y="78246"/>
                  <a:pt x="7568" y="73960"/>
                  <a:pt x="11095" y="72197"/>
                </a:cubicBezTo>
                <a:lnTo>
                  <a:pt x="18797" y="68334"/>
                </a:lnTo>
                <a:cubicBezTo>
                  <a:pt x="22436" y="66504"/>
                  <a:pt x="25896" y="64383"/>
                  <a:pt x="29155" y="62017"/>
                </a:cubicBezTo>
                <a:cubicBezTo>
                  <a:pt x="26075" y="59182"/>
                  <a:pt x="23173" y="56123"/>
                  <a:pt x="20471" y="52886"/>
                </a:cubicBezTo>
                <a:lnTo>
                  <a:pt x="18217" y="50163"/>
                </a:lnTo>
                <a:cubicBezTo>
                  <a:pt x="15694" y="47126"/>
                  <a:pt x="16096" y="42617"/>
                  <a:pt x="19132" y="40094"/>
                </a:cubicBezTo>
                <a:cubicBezTo>
                  <a:pt x="22168" y="37572"/>
                  <a:pt x="26677" y="37973"/>
                  <a:pt x="29200" y="41010"/>
                </a:cubicBezTo>
                <a:lnTo>
                  <a:pt x="31477" y="43733"/>
                </a:lnTo>
                <a:cubicBezTo>
                  <a:pt x="34044" y="46836"/>
                  <a:pt x="36857" y="49716"/>
                  <a:pt x="39826" y="52373"/>
                </a:cubicBezTo>
                <a:cubicBezTo>
                  <a:pt x="45966" y="45586"/>
                  <a:pt x="50810" y="37616"/>
                  <a:pt x="54002" y="28843"/>
                </a:cubicBezTo>
                <a:lnTo>
                  <a:pt x="54114" y="28575"/>
                </a:lnTo>
                <a:lnTo>
                  <a:pt x="7166" y="28575"/>
                </a:lnTo>
                <a:cubicBezTo>
                  <a:pt x="3192" y="28575"/>
                  <a:pt x="0" y="25383"/>
                  <a:pt x="0" y="21431"/>
                </a:cubicBezTo>
                <a:cubicBezTo>
                  <a:pt x="0" y="17480"/>
                  <a:pt x="3192" y="14288"/>
                  <a:pt x="7144" y="14288"/>
                </a:cubicBezTo>
                <a:lnTo>
                  <a:pt x="28575" y="14288"/>
                </a:lnTo>
                <a:lnTo>
                  <a:pt x="28575" y="7144"/>
                </a:lnTo>
                <a:cubicBezTo>
                  <a:pt x="28575" y="3192"/>
                  <a:pt x="31767" y="0"/>
                  <a:pt x="35719" y="0"/>
                </a:cubicBezTo>
                <a:close/>
                <a:moveTo>
                  <a:pt x="92869" y="60454"/>
                </a:moveTo>
                <a:lnTo>
                  <a:pt x="81640" y="85725"/>
                </a:lnTo>
                <a:lnTo>
                  <a:pt x="104098" y="85725"/>
                </a:lnTo>
                <a:lnTo>
                  <a:pt x="92869" y="60454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760095" y="5263158"/>
            <a:ext cx="1209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Қазақ тілінің дамытуы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6010" y="1352435"/>
            <a:ext cx="5627370" cy="1255395"/>
          </a:xfrm>
          <a:custGeom>
            <a:avLst/>
            <a:gdLst/>
            <a:ahLst/>
            <a:cxnLst/>
            <a:rect l="l" t="t" r="r" b="b"/>
            <a:pathLst>
              <a:path w="5627370" h="1255395">
                <a:moveTo>
                  <a:pt x="114304" y="0"/>
                </a:moveTo>
                <a:lnTo>
                  <a:pt x="5513066" y="0"/>
                </a:lnTo>
                <a:cubicBezTo>
                  <a:pt x="5576152" y="0"/>
                  <a:pt x="5627370" y="51218"/>
                  <a:pt x="5627370" y="114304"/>
                </a:cubicBezTo>
                <a:lnTo>
                  <a:pt x="5627370" y="1141091"/>
                </a:lnTo>
                <a:cubicBezTo>
                  <a:pt x="5627370" y="1204177"/>
                  <a:pt x="5576152" y="1255395"/>
                  <a:pt x="5513066" y="1255395"/>
                </a:cubicBezTo>
                <a:lnTo>
                  <a:pt x="114304" y="1255395"/>
                </a:lnTo>
                <a:cubicBezTo>
                  <a:pt x="51218" y="1255395"/>
                  <a:pt x="0" y="1204177"/>
                  <a:pt x="0" y="114109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2220" y="150864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/>
              </a:gs>
              <a:gs pos="100000">
                <a:srgbClr val="22D3EE"/>
              </a:gs>
            </a:gsLst>
            <a:lin ang="2700000" scaled="1"/>
          </a:gradFill>
          <a:ln/>
        </p:spPr>
      </p:sp>
      <p:sp>
        <p:nvSpPr>
          <p:cNvPr id="29" name="Text 27"/>
          <p:cNvSpPr/>
          <p:nvPr/>
        </p:nvSpPr>
        <p:spPr>
          <a:xfrm>
            <a:off x="6483906" y="1584843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27520" y="1565793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Қолданушы аккаунттары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32220" y="2003943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Пайдаланушылар өздерінің сақталған нысандар тізімін жасай алады.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3651" y="2315766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50006" y="55364"/>
                </a:moveTo>
                <a:cubicBezTo>
                  <a:pt x="64792" y="55364"/>
                  <a:pt x="76795" y="43360"/>
                  <a:pt x="76795" y="28575"/>
                </a:cubicBezTo>
                <a:cubicBezTo>
                  <a:pt x="76795" y="13790"/>
                  <a:pt x="64792" y="1786"/>
                  <a:pt x="50006" y="1786"/>
                </a:cubicBezTo>
                <a:cubicBezTo>
                  <a:pt x="35221" y="1786"/>
                  <a:pt x="23217" y="13790"/>
                  <a:pt x="23217" y="28575"/>
                </a:cubicBezTo>
                <a:cubicBezTo>
                  <a:pt x="23217" y="43360"/>
                  <a:pt x="35221" y="55364"/>
                  <a:pt x="50006" y="55364"/>
                </a:cubicBezTo>
                <a:close/>
                <a:moveTo>
                  <a:pt x="43376" y="67866"/>
                </a:moveTo>
                <a:cubicBezTo>
                  <a:pt x="21387" y="67866"/>
                  <a:pt x="3572" y="85680"/>
                  <a:pt x="3572" y="107670"/>
                </a:cubicBezTo>
                <a:cubicBezTo>
                  <a:pt x="3572" y="111331"/>
                  <a:pt x="6541" y="114300"/>
                  <a:pt x="10202" y="114300"/>
                </a:cubicBezTo>
                <a:lnTo>
                  <a:pt x="89810" y="114300"/>
                </a:lnTo>
                <a:cubicBezTo>
                  <a:pt x="93472" y="114300"/>
                  <a:pt x="96441" y="111331"/>
                  <a:pt x="96441" y="107670"/>
                </a:cubicBezTo>
                <a:cubicBezTo>
                  <a:pt x="96441" y="85680"/>
                  <a:pt x="78626" y="67866"/>
                  <a:pt x="56637" y="67866"/>
                </a:cubicBezTo>
                <a:lnTo>
                  <a:pt x="43376" y="67866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6551295" y="2296837"/>
            <a:ext cx="790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Жеке кабинет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6010" y="2727244"/>
            <a:ext cx="5627370" cy="1255395"/>
          </a:xfrm>
          <a:custGeom>
            <a:avLst/>
            <a:gdLst/>
            <a:ahLst/>
            <a:cxnLst/>
            <a:rect l="l" t="t" r="r" b="b"/>
            <a:pathLst>
              <a:path w="5627370" h="1255395">
                <a:moveTo>
                  <a:pt x="114304" y="0"/>
                </a:moveTo>
                <a:lnTo>
                  <a:pt x="5513066" y="0"/>
                </a:lnTo>
                <a:cubicBezTo>
                  <a:pt x="5576152" y="0"/>
                  <a:pt x="5627370" y="51218"/>
                  <a:pt x="5627370" y="114304"/>
                </a:cubicBezTo>
                <a:lnTo>
                  <a:pt x="5627370" y="1141091"/>
                </a:lnTo>
                <a:cubicBezTo>
                  <a:pt x="5627370" y="1204177"/>
                  <a:pt x="5576152" y="1255395"/>
                  <a:pt x="5513066" y="1255395"/>
                </a:cubicBezTo>
                <a:lnTo>
                  <a:pt x="114304" y="1255395"/>
                </a:lnTo>
                <a:cubicBezTo>
                  <a:pt x="51218" y="1255395"/>
                  <a:pt x="0" y="1204177"/>
                  <a:pt x="0" y="114109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A855F7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A855F7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2220" y="288346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855F7"/>
              </a:gs>
              <a:gs pos="100000">
                <a:srgbClr val="C084FC"/>
              </a:gs>
            </a:gsLst>
            <a:lin ang="2700000" scaled="1"/>
          </a:gradFill>
          <a:ln/>
        </p:spPr>
      </p:sp>
      <p:sp>
        <p:nvSpPr>
          <p:cNvPr id="36" name="Text 34"/>
          <p:cNvSpPr/>
          <p:nvPr/>
        </p:nvSpPr>
        <p:spPr>
          <a:xfrm>
            <a:off x="6481643" y="2959661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27520" y="2940611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Салыстыру функциясы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32220" y="3378761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немесе одан көп нысанды қатар салыстыру мүмкіндігі.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32220" y="3690584"/>
            <a:ext cx="142875" cy="114300"/>
          </a:xfrm>
          <a:custGeom>
            <a:avLst/>
            <a:gdLst/>
            <a:ahLst/>
            <a:cxnLst/>
            <a:rect l="l" t="t" r="r" b="b"/>
            <a:pathLst>
              <a:path w="142875" h="114300">
                <a:moveTo>
                  <a:pt x="85725" y="7144"/>
                </a:moveTo>
                <a:lnTo>
                  <a:pt x="114300" y="7144"/>
                </a:lnTo>
                <a:cubicBezTo>
                  <a:pt x="118251" y="7144"/>
                  <a:pt x="121444" y="10336"/>
                  <a:pt x="121444" y="14288"/>
                </a:cubicBezTo>
                <a:cubicBezTo>
                  <a:pt x="121444" y="18239"/>
                  <a:pt x="118251" y="21431"/>
                  <a:pt x="114300" y="21431"/>
                </a:cubicBezTo>
                <a:lnTo>
                  <a:pt x="88940" y="21431"/>
                </a:lnTo>
                <a:cubicBezTo>
                  <a:pt x="87779" y="27191"/>
                  <a:pt x="83827" y="31946"/>
                  <a:pt x="78581" y="34223"/>
                </a:cubicBezTo>
                <a:lnTo>
                  <a:pt x="78581" y="100013"/>
                </a:lnTo>
                <a:lnTo>
                  <a:pt x="114300" y="100013"/>
                </a:lnTo>
                <a:cubicBezTo>
                  <a:pt x="118251" y="100013"/>
                  <a:pt x="121444" y="103205"/>
                  <a:pt x="121444" y="107156"/>
                </a:cubicBezTo>
                <a:cubicBezTo>
                  <a:pt x="121444" y="111108"/>
                  <a:pt x="118251" y="114300"/>
                  <a:pt x="114300" y="114300"/>
                </a:cubicBezTo>
                <a:lnTo>
                  <a:pt x="28575" y="114300"/>
                </a:lnTo>
                <a:cubicBezTo>
                  <a:pt x="24624" y="114300"/>
                  <a:pt x="21431" y="111108"/>
                  <a:pt x="21431" y="107156"/>
                </a:cubicBezTo>
                <a:cubicBezTo>
                  <a:pt x="21431" y="103205"/>
                  <a:pt x="24624" y="100013"/>
                  <a:pt x="28575" y="100013"/>
                </a:cubicBezTo>
                <a:lnTo>
                  <a:pt x="64294" y="100013"/>
                </a:lnTo>
                <a:lnTo>
                  <a:pt x="64294" y="34223"/>
                </a:lnTo>
                <a:cubicBezTo>
                  <a:pt x="59048" y="31924"/>
                  <a:pt x="55096" y="27169"/>
                  <a:pt x="53935" y="21431"/>
                </a:cubicBezTo>
                <a:lnTo>
                  <a:pt x="28575" y="21431"/>
                </a:lnTo>
                <a:cubicBezTo>
                  <a:pt x="24624" y="21431"/>
                  <a:pt x="21431" y="18239"/>
                  <a:pt x="21431" y="14288"/>
                </a:cubicBezTo>
                <a:cubicBezTo>
                  <a:pt x="21431" y="10336"/>
                  <a:pt x="24624" y="7144"/>
                  <a:pt x="28575" y="7144"/>
                </a:cubicBezTo>
                <a:lnTo>
                  <a:pt x="57150" y="7144"/>
                </a:lnTo>
                <a:cubicBezTo>
                  <a:pt x="60409" y="2813"/>
                  <a:pt x="65589" y="0"/>
                  <a:pt x="71438" y="0"/>
                </a:cubicBezTo>
                <a:cubicBezTo>
                  <a:pt x="77286" y="0"/>
                  <a:pt x="82466" y="2813"/>
                  <a:pt x="85725" y="7144"/>
                </a:cubicBezTo>
                <a:close/>
                <a:moveTo>
                  <a:pt x="98137" y="71438"/>
                </a:moveTo>
                <a:lnTo>
                  <a:pt x="130463" y="71438"/>
                </a:lnTo>
                <a:lnTo>
                  <a:pt x="114300" y="43711"/>
                </a:lnTo>
                <a:lnTo>
                  <a:pt x="98137" y="71438"/>
                </a:lnTo>
                <a:close/>
                <a:moveTo>
                  <a:pt x="114300" y="92869"/>
                </a:moveTo>
                <a:cubicBezTo>
                  <a:pt x="100258" y="92869"/>
                  <a:pt x="88583" y="85279"/>
                  <a:pt x="86171" y="75255"/>
                </a:cubicBezTo>
                <a:cubicBezTo>
                  <a:pt x="85591" y="72799"/>
                  <a:pt x="86395" y="70277"/>
                  <a:pt x="87667" y="68089"/>
                </a:cubicBezTo>
                <a:lnTo>
                  <a:pt x="108920" y="31656"/>
                </a:lnTo>
                <a:cubicBezTo>
                  <a:pt x="110036" y="29736"/>
                  <a:pt x="112090" y="28575"/>
                  <a:pt x="114300" y="28575"/>
                </a:cubicBezTo>
                <a:cubicBezTo>
                  <a:pt x="116510" y="28575"/>
                  <a:pt x="118564" y="29758"/>
                  <a:pt x="119680" y="31656"/>
                </a:cubicBezTo>
                <a:lnTo>
                  <a:pt x="140933" y="68089"/>
                </a:lnTo>
                <a:cubicBezTo>
                  <a:pt x="142205" y="70277"/>
                  <a:pt x="143009" y="72799"/>
                  <a:pt x="142429" y="75255"/>
                </a:cubicBezTo>
                <a:cubicBezTo>
                  <a:pt x="140018" y="85256"/>
                  <a:pt x="128342" y="92869"/>
                  <a:pt x="114300" y="92869"/>
                </a:cubicBezTo>
                <a:close/>
                <a:moveTo>
                  <a:pt x="28307" y="43711"/>
                </a:moveTo>
                <a:lnTo>
                  <a:pt x="12144" y="71438"/>
                </a:lnTo>
                <a:lnTo>
                  <a:pt x="44492" y="71438"/>
                </a:lnTo>
                <a:lnTo>
                  <a:pt x="28307" y="43711"/>
                </a:lnTo>
                <a:close/>
                <a:moveTo>
                  <a:pt x="201" y="75255"/>
                </a:moveTo>
                <a:cubicBezTo>
                  <a:pt x="-380" y="72799"/>
                  <a:pt x="424" y="70277"/>
                  <a:pt x="1697" y="68089"/>
                </a:cubicBezTo>
                <a:lnTo>
                  <a:pt x="22949" y="31656"/>
                </a:lnTo>
                <a:cubicBezTo>
                  <a:pt x="24066" y="29736"/>
                  <a:pt x="26119" y="28575"/>
                  <a:pt x="28329" y="28575"/>
                </a:cubicBezTo>
                <a:cubicBezTo>
                  <a:pt x="30540" y="28575"/>
                  <a:pt x="32593" y="29758"/>
                  <a:pt x="33710" y="31656"/>
                </a:cubicBezTo>
                <a:lnTo>
                  <a:pt x="54962" y="68089"/>
                </a:lnTo>
                <a:cubicBezTo>
                  <a:pt x="56235" y="70277"/>
                  <a:pt x="57038" y="72799"/>
                  <a:pt x="56458" y="75255"/>
                </a:cubicBezTo>
                <a:cubicBezTo>
                  <a:pt x="54047" y="85256"/>
                  <a:pt x="42371" y="92869"/>
                  <a:pt x="28329" y="92869"/>
                </a:cubicBezTo>
                <a:cubicBezTo>
                  <a:pt x="14287" y="92869"/>
                  <a:pt x="2612" y="85279"/>
                  <a:pt x="201" y="75255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40" name="Text 38"/>
          <p:cNvSpPr/>
          <p:nvPr/>
        </p:nvSpPr>
        <p:spPr>
          <a:xfrm>
            <a:off x="6551295" y="3671655"/>
            <a:ext cx="1485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Параметрлерді салыстыру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6010" y="4102062"/>
            <a:ext cx="5627370" cy="1255395"/>
          </a:xfrm>
          <a:custGeom>
            <a:avLst/>
            <a:gdLst/>
            <a:ahLst/>
            <a:cxnLst/>
            <a:rect l="l" t="t" r="r" b="b"/>
            <a:pathLst>
              <a:path w="5627370" h="1255395">
                <a:moveTo>
                  <a:pt x="114304" y="0"/>
                </a:moveTo>
                <a:lnTo>
                  <a:pt x="5513066" y="0"/>
                </a:lnTo>
                <a:cubicBezTo>
                  <a:pt x="5576152" y="0"/>
                  <a:pt x="5627370" y="51218"/>
                  <a:pt x="5627370" y="114304"/>
                </a:cubicBezTo>
                <a:lnTo>
                  <a:pt x="5627370" y="1141091"/>
                </a:lnTo>
                <a:cubicBezTo>
                  <a:pt x="5627370" y="1204177"/>
                  <a:pt x="5576152" y="1255395"/>
                  <a:pt x="5513066" y="1255395"/>
                </a:cubicBezTo>
                <a:lnTo>
                  <a:pt x="114304" y="1255395"/>
                </a:lnTo>
                <a:cubicBezTo>
                  <a:pt x="51218" y="1255395"/>
                  <a:pt x="0" y="1204177"/>
                  <a:pt x="0" y="114109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EAB308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EAB308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32220" y="425827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AB308"/>
              </a:gs>
              <a:gs pos="100000">
                <a:srgbClr val="FACC15"/>
              </a:gs>
            </a:gsLst>
            <a:lin ang="2700000" scaled="1"/>
          </a:gradFill>
          <a:ln/>
        </p:spPr>
      </p:sp>
      <p:sp>
        <p:nvSpPr>
          <p:cNvPr id="43" name="Text 41"/>
          <p:cNvSpPr/>
          <p:nvPr/>
        </p:nvSpPr>
        <p:spPr>
          <a:xfrm>
            <a:off x="6480691" y="4334470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27520" y="4315420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Экспорт функциясы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32220" y="4753570"/>
            <a:ext cx="5381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Деректерді PDF, JSON форматтарында экспорттау.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3651" y="5065393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57150" y="7144"/>
                </a:moveTo>
                <a:cubicBezTo>
                  <a:pt x="57150" y="3192"/>
                  <a:pt x="53958" y="0"/>
                  <a:pt x="50006" y="0"/>
                </a:cubicBezTo>
                <a:cubicBezTo>
                  <a:pt x="46055" y="0"/>
                  <a:pt x="42863" y="3192"/>
                  <a:pt x="42863" y="7144"/>
                </a:cubicBezTo>
                <a:lnTo>
                  <a:pt x="42863" y="54181"/>
                </a:lnTo>
                <a:lnTo>
                  <a:pt x="33620" y="44939"/>
                </a:lnTo>
                <a:cubicBezTo>
                  <a:pt x="30830" y="42148"/>
                  <a:pt x="26298" y="42148"/>
                  <a:pt x="23507" y="44939"/>
                </a:cubicBezTo>
                <a:cubicBezTo>
                  <a:pt x="20717" y="47729"/>
                  <a:pt x="20717" y="52261"/>
                  <a:pt x="23507" y="55052"/>
                </a:cubicBezTo>
                <a:lnTo>
                  <a:pt x="44939" y="76483"/>
                </a:lnTo>
                <a:cubicBezTo>
                  <a:pt x="47729" y="79273"/>
                  <a:pt x="52261" y="79273"/>
                  <a:pt x="55052" y="76483"/>
                </a:cubicBezTo>
                <a:lnTo>
                  <a:pt x="76483" y="55052"/>
                </a:lnTo>
                <a:cubicBezTo>
                  <a:pt x="79273" y="52261"/>
                  <a:pt x="79273" y="47729"/>
                  <a:pt x="76483" y="44939"/>
                </a:cubicBezTo>
                <a:cubicBezTo>
                  <a:pt x="73692" y="42148"/>
                  <a:pt x="69160" y="42148"/>
                  <a:pt x="66370" y="44939"/>
                </a:cubicBezTo>
                <a:lnTo>
                  <a:pt x="57150" y="54181"/>
                </a:lnTo>
                <a:lnTo>
                  <a:pt x="57150" y="7144"/>
                </a:lnTo>
                <a:close/>
                <a:moveTo>
                  <a:pt x="14288" y="71438"/>
                </a:moveTo>
                <a:cubicBezTo>
                  <a:pt x="6407" y="71438"/>
                  <a:pt x="0" y="77845"/>
                  <a:pt x="0" y="85725"/>
                </a:cubicBezTo>
                <a:lnTo>
                  <a:pt x="0" y="92869"/>
                </a:lnTo>
                <a:cubicBezTo>
                  <a:pt x="0" y="100749"/>
                  <a:pt x="6407" y="107156"/>
                  <a:pt x="14288" y="107156"/>
                </a:cubicBezTo>
                <a:lnTo>
                  <a:pt x="85725" y="107156"/>
                </a:lnTo>
                <a:cubicBezTo>
                  <a:pt x="93605" y="107156"/>
                  <a:pt x="100013" y="100749"/>
                  <a:pt x="100013" y="92869"/>
                </a:cubicBezTo>
                <a:lnTo>
                  <a:pt x="100013" y="85725"/>
                </a:lnTo>
                <a:cubicBezTo>
                  <a:pt x="100013" y="77845"/>
                  <a:pt x="93605" y="71438"/>
                  <a:pt x="85725" y="71438"/>
                </a:cubicBezTo>
                <a:lnTo>
                  <a:pt x="75255" y="71438"/>
                </a:lnTo>
                <a:lnTo>
                  <a:pt x="62619" y="84073"/>
                </a:lnTo>
                <a:cubicBezTo>
                  <a:pt x="55654" y="91038"/>
                  <a:pt x="44336" y="91038"/>
                  <a:pt x="37371" y="84073"/>
                </a:cubicBezTo>
                <a:lnTo>
                  <a:pt x="24758" y="71438"/>
                </a:lnTo>
                <a:lnTo>
                  <a:pt x="14288" y="71438"/>
                </a:lnTo>
                <a:close/>
                <a:moveTo>
                  <a:pt x="82153" y="83939"/>
                </a:moveTo>
                <a:cubicBezTo>
                  <a:pt x="85110" y="83939"/>
                  <a:pt x="87511" y="86340"/>
                  <a:pt x="87511" y="89297"/>
                </a:cubicBezTo>
                <a:cubicBezTo>
                  <a:pt x="87511" y="92254"/>
                  <a:pt x="85110" y="94655"/>
                  <a:pt x="82153" y="94655"/>
                </a:cubicBezTo>
                <a:cubicBezTo>
                  <a:pt x="79196" y="94655"/>
                  <a:pt x="76795" y="92254"/>
                  <a:pt x="76795" y="89297"/>
                </a:cubicBezTo>
                <a:cubicBezTo>
                  <a:pt x="76795" y="86340"/>
                  <a:pt x="79196" y="83939"/>
                  <a:pt x="82153" y="83939"/>
                </a:cubicBezTo>
                <a:close/>
              </a:path>
            </a:pathLst>
          </a:custGeom>
          <a:solidFill>
            <a:srgbClr val="EAB308"/>
          </a:solidFill>
          <a:ln/>
        </p:spPr>
      </p:sp>
      <p:sp>
        <p:nvSpPr>
          <p:cNvPr id="47" name="Text 45"/>
          <p:cNvSpPr/>
          <p:nvPr/>
        </p:nvSpPr>
        <p:spPr>
          <a:xfrm>
            <a:off x="6551295" y="5046464"/>
            <a:ext cx="120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Жүктеп алу мүмкіндігі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4810" y="5970274"/>
            <a:ext cx="11418570" cy="502920"/>
          </a:xfrm>
          <a:custGeom>
            <a:avLst/>
            <a:gdLst/>
            <a:ahLst/>
            <a:cxnLst/>
            <a:rect l="l" t="t" r="r" b="b"/>
            <a:pathLst>
              <a:path w="11418570" h="502920">
                <a:moveTo>
                  <a:pt x="114299" y="0"/>
                </a:moveTo>
                <a:lnTo>
                  <a:pt x="11304271" y="0"/>
                </a:lnTo>
                <a:cubicBezTo>
                  <a:pt x="11367397" y="0"/>
                  <a:pt x="11418570" y="51173"/>
                  <a:pt x="11418570" y="114299"/>
                </a:cubicBezTo>
                <a:lnTo>
                  <a:pt x="11418570" y="388621"/>
                </a:lnTo>
                <a:cubicBezTo>
                  <a:pt x="11418570" y="451747"/>
                  <a:pt x="11367397" y="502920"/>
                  <a:pt x="11304271" y="502920"/>
                </a:cubicBezTo>
                <a:lnTo>
                  <a:pt x="114299" y="502920"/>
                </a:lnTo>
                <a:cubicBezTo>
                  <a:pt x="51173" y="502920"/>
                  <a:pt x="0" y="451747"/>
                  <a:pt x="0" y="3886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8645" y="612648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893445" y="6126482"/>
            <a:ext cx="691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Мобильді қосымша:</a:t>
            </a:r>
            <a:r>
              <a:rPr lang="en-US" sz="105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React Native арқылы iOS және Android платформаларына қосымша жасау жоспарлануда.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340995" cy="236220"/>
          </a:xfrm>
          <a:custGeom>
            <a:avLst/>
            <a:gdLst/>
            <a:ahLst/>
            <a:cxnLst/>
            <a:rect l="l" t="t" r="r" b="b"/>
            <a:pathLst>
              <a:path w="340995" h="236220">
                <a:moveTo>
                  <a:pt x="118110" y="0"/>
                </a:moveTo>
                <a:lnTo>
                  <a:pt x="222885" y="0"/>
                </a:lnTo>
                <a:cubicBezTo>
                  <a:pt x="288072" y="0"/>
                  <a:pt x="340995" y="52923"/>
                  <a:pt x="340995" y="118110"/>
                </a:cubicBezTo>
                <a:lnTo>
                  <a:pt x="340995" y="118110"/>
                </a:lnTo>
                <a:cubicBezTo>
                  <a:pt x="340995" y="183297"/>
                  <a:pt x="288072" y="236220"/>
                  <a:pt x="222885" y="236220"/>
                </a:cubicBezTo>
                <a:lnTo>
                  <a:pt x="118110" y="236220"/>
                </a:lnTo>
                <a:cubicBezTo>
                  <a:pt x="52880" y="236220"/>
                  <a:pt x="0" y="183340"/>
                  <a:pt x="0" y="118110"/>
                </a:cubicBezTo>
                <a:lnTo>
                  <a:pt x="0" y="118110"/>
                </a:lnTo>
                <a:cubicBezTo>
                  <a:pt x="0" y="52880"/>
                  <a:pt x="52880" y="0"/>
                  <a:pt x="118110" y="0"/>
                </a:cubicBezTo>
                <a:close/>
              </a:path>
            </a:pathLst>
          </a:custGeom>
          <a:solidFill>
            <a:srgbClr val="4F46E5">
              <a:alpha val="10196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26718"/>
            <a:ext cx="161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kern="0" spc="45" dirty="0">
                <a:solidFill>
                  <a:srgbClr val="9CA3A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00925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Қорытынды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581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4810" y="1352435"/>
            <a:ext cx="5627370" cy="4189095"/>
          </a:xfrm>
          <a:custGeom>
            <a:avLst/>
            <a:gdLst/>
            <a:ahLst/>
            <a:cxnLst/>
            <a:rect l="l" t="t" r="r" b="b"/>
            <a:pathLst>
              <a:path w="5627370" h="4189095">
                <a:moveTo>
                  <a:pt x="114320" y="0"/>
                </a:moveTo>
                <a:lnTo>
                  <a:pt x="5513050" y="0"/>
                </a:lnTo>
                <a:cubicBezTo>
                  <a:pt x="5576187" y="0"/>
                  <a:pt x="5627370" y="51183"/>
                  <a:pt x="5627370" y="114320"/>
                </a:cubicBezTo>
                <a:lnTo>
                  <a:pt x="5627370" y="4074775"/>
                </a:lnTo>
                <a:cubicBezTo>
                  <a:pt x="5627370" y="4137912"/>
                  <a:pt x="5576187" y="4189095"/>
                  <a:pt x="5513050" y="4189095"/>
                </a:cubicBezTo>
                <a:lnTo>
                  <a:pt x="114320" y="4189095"/>
                </a:lnTo>
                <a:cubicBezTo>
                  <a:pt x="51183" y="4189095"/>
                  <a:pt x="0" y="4137912"/>
                  <a:pt x="0" y="4074775"/>
                </a:cubicBezTo>
                <a:lnTo>
                  <a:pt x="0" y="114320"/>
                </a:lnTo>
                <a:cubicBezTo>
                  <a:pt x="0" y="51183"/>
                  <a:pt x="51183" y="0"/>
                  <a:pt x="11432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240220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31520" y="255460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26820" y="2516507"/>
            <a:ext cx="1628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Space Explorer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3088007"/>
            <a:ext cx="53149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Бұл </a:t>
            </a:r>
            <a:r>
              <a:rPr lang="en-US" sz="1200" b="1" dirty="0">
                <a:solidFill>
                  <a:srgbClr val="06B6D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ғарыш нысандарын зерттеуге арналған функционалды веб-платформа</a:t>
            </a:r>
            <a:r>
              <a:rPr lang="en-US" sz="1200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Жоба заманауи веб-технологияларды пайдаланып, ғылыми деректерді ыңғайлы форматта ұсынады.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2930" y="3987167"/>
            <a:ext cx="5236845" cy="502920"/>
          </a:xfrm>
          <a:custGeom>
            <a:avLst/>
            <a:gdLst/>
            <a:ahLst/>
            <a:cxnLst/>
            <a:rect l="l" t="t" r="r" b="b"/>
            <a:pathLst>
              <a:path w="5236845" h="502920">
                <a:moveTo>
                  <a:pt x="76202" y="0"/>
                </a:moveTo>
                <a:lnTo>
                  <a:pt x="5160643" y="0"/>
                </a:lnTo>
                <a:cubicBezTo>
                  <a:pt x="5202728" y="0"/>
                  <a:pt x="5236845" y="34117"/>
                  <a:pt x="5236845" y="76202"/>
                </a:cubicBezTo>
                <a:lnTo>
                  <a:pt x="5236845" y="426718"/>
                </a:lnTo>
                <a:cubicBezTo>
                  <a:pt x="5236845" y="468803"/>
                  <a:pt x="5202728" y="502920"/>
                  <a:pt x="5160643" y="502920"/>
                </a:cubicBezTo>
                <a:lnTo>
                  <a:pt x="76202" y="502920"/>
                </a:lnTo>
                <a:cubicBezTo>
                  <a:pt x="34117" y="502920"/>
                  <a:pt x="0" y="468803"/>
                  <a:pt x="0" y="42671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>
              <a:alpha val="50196"/>
            </a:srgbClr>
          </a:solidFill>
          <a:ln w="1016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524" y="416623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0" y="56257"/>
                </a:moveTo>
                <a:cubicBezTo>
                  <a:pt x="0" y="38989"/>
                  <a:pt x="13986" y="25003"/>
                  <a:pt x="31254" y="25003"/>
                </a:cubicBezTo>
                <a:lnTo>
                  <a:pt x="33337" y="25003"/>
                </a:lnTo>
                <a:cubicBezTo>
                  <a:pt x="37947" y="25003"/>
                  <a:pt x="41672" y="28728"/>
                  <a:pt x="41672" y="33337"/>
                </a:cubicBezTo>
                <a:cubicBezTo>
                  <a:pt x="41672" y="37947"/>
                  <a:pt x="37947" y="41672"/>
                  <a:pt x="33337" y="41672"/>
                </a:cubicBezTo>
                <a:lnTo>
                  <a:pt x="31254" y="41672"/>
                </a:lnTo>
                <a:cubicBezTo>
                  <a:pt x="23206" y="41672"/>
                  <a:pt x="16669" y="48209"/>
                  <a:pt x="16669" y="56257"/>
                </a:cubicBezTo>
                <a:lnTo>
                  <a:pt x="16669" y="58341"/>
                </a:lnTo>
                <a:lnTo>
                  <a:pt x="33337" y="58341"/>
                </a:lnTo>
                <a:cubicBezTo>
                  <a:pt x="42531" y="58341"/>
                  <a:pt x="50006" y="65816"/>
                  <a:pt x="50006" y="75009"/>
                </a:cubicBezTo>
                <a:lnTo>
                  <a:pt x="50006" y="91678"/>
                </a:lnTo>
                <a:cubicBezTo>
                  <a:pt x="50006" y="100872"/>
                  <a:pt x="42531" y="108347"/>
                  <a:pt x="33337" y="108347"/>
                </a:cubicBezTo>
                <a:lnTo>
                  <a:pt x="16669" y="108347"/>
                </a:lnTo>
                <a:cubicBezTo>
                  <a:pt x="7475" y="108347"/>
                  <a:pt x="0" y="100872"/>
                  <a:pt x="0" y="91678"/>
                </a:cubicBezTo>
                <a:lnTo>
                  <a:pt x="0" y="56257"/>
                </a:lnTo>
                <a:close/>
                <a:moveTo>
                  <a:pt x="66675" y="56257"/>
                </a:moveTo>
                <a:cubicBezTo>
                  <a:pt x="66675" y="38989"/>
                  <a:pt x="80661" y="25003"/>
                  <a:pt x="97929" y="25003"/>
                </a:cubicBezTo>
                <a:lnTo>
                  <a:pt x="100013" y="25003"/>
                </a:lnTo>
                <a:cubicBezTo>
                  <a:pt x="104622" y="25003"/>
                  <a:pt x="108347" y="28728"/>
                  <a:pt x="108347" y="33337"/>
                </a:cubicBezTo>
                <a:cubicBezTo>
                  <a:pt x="108347" y="37947"/>
                  <a:pt x="104622" y="41672"/>
                  <a:pt x="100013" y="41672"/>
                </a:cubicBezTo>
                <a:lnTo>
                  <a:pt x="97929" y="41672"/>
                </a:lnTo>
                <a:cubicBezTo>
                  <a:pt x="89881" y="41672"/>
                  <a:pt x="83344" y="48209"/>
                  <a:pt x="83344" y="56257"/>
                </a:cubicBezTo>
                <a:lnTo>
                  <a:pt x="83344" y="58341"/>
                </a:lnTo>
                <a:lnTo>
                  <a:pt x="100013" y="58341"/>
                </a:lnTo>
                <a:cubicBezTo>
                  <a:pt x="109206" y="58341"/>
                  <a:pt x="116681" y="65816"/>
                  <a:pt x="116681" y="75009"/>
                </a:cubicBezTo>
                <a:lnTo>
                  <a:pt x="116681" y="91678"/>
                </a:lnTo>
                <a:cubicBezTo>
                  <a:pt x="116681" y="100872"/>
                  <a:pt x="109206" y="108347"/>
                  <a:pt x="100013" y="108347"/>
                </a:cubicBezTo>
                <a:lnTo>
                  <a:pt x="83344" y="108347"/>
                </a:lnTo>
                <a:cubicBezTo>
                  <a:pt x="74150" y="108347"/>
                  <a:pt x="66675" y="100872"/>
                  <a:pt x="66675" y="91678"/>
                </a:cubicBezTo>
                <a:lnTo>
                  <a:pt x="66675" y="56257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967740" y="4143375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Ғарышты зерттеу – бұл болашақты зерттеу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6010" y="1352435"/>
            <a:ext cx="5627370" cy="1684020"/>
          </a:xfrm>
          <a:custGeom>
            <a:avLst/>
            <a:gdLst/>
            <a:ahLst/>
            <a:cxnLst/>
            <a:rect l="l" t="t" r="r" b="b"/>
            <a:pathLst>
              <a:path w="5627370" h="1684020">
                <a:moveTo>
                  <a:pt x="114294" y="0"/>
                </a:moveTo>
                <a:lnTo>
                  <a:pt x="5513076" y="0"/>
                </a:lnTo>
                <a:cubicBezTo>
                  <a:pt x="5576199" y="0"/>
                  <a:pt x="5627370" y="51171"/>
                  <a:pt x="5627370" y="114294"/>
                </a:cubicBezTo>
                <a:lnTo>
                  <a:pt x="5627370" y="1569726"/>
                </a:lnTo>
                <a:cubicBezTo>
                  <a:pt x="5627370" y="1632849"/>
                  <a:pt x="5576199" y="1684020"/>
                  <a:pt x="5513076" y="1684020"/>
                </a:cubicBezTo>
                <a:lnTo>
                  <a:pt x="114294" y="1684020"/>
                </a:lnTo>
                <a:cubicBezTo>
                  <a:pt x="51171" y="1684020"/>
                  <a:pt x="0" y="1632849"/>
                  <a:pt x="0" y="156972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6032" y="155626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295" y="1508643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Негізгі артықшылықтар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42936" y="1927743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6575107" y="1889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Таза код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қосымша кітапханаларсыз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1270" y="21944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0554" y="1354"/>
                </a:moveTo>
                <a:cubicBezTo>
                  <a:pt x="64435" y="-443"/>
                  <a:pt x="68915" y="-443"/>
                  <a:pt x="72796" y="1354"/>
                </a:cubicBezTo>
                <a:lnTo>
                  <a:pt x="129730" y="27660"/>
                </a:lnTo>
                <a:cubicBezTo>
                  <a:pt x="131944" y="28675"/>
                  <a:pt x="133350" y="30889"/>
                  <a:pt x="133350" y="33337"/>
                </a:cubicBezTo>
                <a:cubicBezTo>
                  <a:pt x="133350" y="35786"/>
                  <a:pt x="131944" y="38000"/>
                  <a:pt x="129730" y="39015"/>
                </a:cubicBezTo>
                <a:lnTo>
                  <a:pt x="72796" y="65321"/>
                </a:lnTo>
                <a:cubicBezTo>
                  <a:pt x="68915" y="67118"/>
                  <a:pt x="64435" y="67118"/>
                  <a:pt x="60554" y="65321"/>
                </a:cubicBezTo>
                <a:lnTo>
                  <a:pt x="3620" y="39015"/>
                </a:lnTo>
                <a:cubicBezTo>
                  <a:pt x="1406" y="37973"/>
                  <a:pt x="0" y="35760"/>
                  <a:pt x="0" y="33337"/>
                </a:cubicBezTo>
                <a:cubicBezTo>
                  <a:pt x="0" y="30915"/>
                  <a:pt x="1406" y="28675"/>
                  <a:pt x="3620" y="27660"/>
                </a:cubicBezTo>
                <a:lnTo>
                  <a:pt x="60554" y="1354"/>
                </a:lnTo>
                <a:close/>
                <a:moveTo>
                  <a:pt x="12528" y="56882"/>
                </a:moveTo>
                <a:lnTo>
                  <a:pt x="55319" y="76650"/>
                </a:lnTo>
                <a:cubicBezTo>
                  <a:pt x="62534" y="79984"/>
                  <a:pt x="70842" y="79984"/>
                  <a:pt x="78057" y="76650"/>
                </a:cubicBezTo>
                <a:lnTo>
                  <a:pt x="120848" y="56882"/>
                </a:lnTo>
                <a:lnTo>
                  <a:pt x="129730" y="60997"/>
                </a:lnTo>
                <a:cubicBezTo>
                  <a:pt x="131944" y="62013"/>
                  <a:pt x="133350" y="64227"/>
                  <a:pt x="133350" y="66675"/>
                </a:cubicBezTo>
                <a:cubicBezTo>
                  <a:pt x="133350" y="69123"/>
                  <a:pt x="131944" y="71337"/>
                  <a:pt x="129730" y="72353"/>
                </a:cubicBezTo>
                <a:lnTo>
                  <a:pt x="72796" y="98658"/>
                </a:lnTo>
                <a:cubicBezTo>
                  <a:pt x="68915" y="100455"/>
                  <a:pt x="64435" y="100455"/>
                  <a:pt x="60554" y="98658"/>
                </a:cubicBezTo>
                <a:lnTo>
                  <a:pt x="3620" y="72353"/>
                </a:lnTo>
                <a:cubicBezTo>
                  <a:pt x="1406" y="71311"/>
                  <a:pt x="0" y="69097"/>
                  <a:pt x="0" y="66675"/>
                </a:cubicBezTo>
                <a:cubicBezTo>
                  <a:pt x="0" y="64253"/>
                  <a:pt x="1406" y="62013"/>
                  <a:pt x="3620" y="60997"/>
                </a:cubicBezTo>
                <a:lnTo>
                  <a:pt x="12502" y="56882"/>
                </a:lnTo>
                <a:close/>
                <a:moveTo>
                  <a:pt x="3620" y="94335"/>
                </a:moveTo>
                <a:lnTo>
                  <a:pt x="12502" y="90220"/>
                </a:lnTo>
                <a:lnTo>
                  <a:pt x="55293" y="109988"/>
                </a:lnTo>
                <a:cubicBezTo>
                  <a:pt x="62508" y="113321"/>
                  <a:pt x="70816" y="113321"/>
                  <a:pt x="78031" y="109988"/>
                </a:cubicBezTo>
                <a:lnTo>
                  <a:pt x="120822" y="90220"/>
                </a:lnTo>
                <a:lnTo>
                  <a:pt x="129704" y="94335"/>
                </a:lnTo>
                <a:cubicBezTo>
                  <a:pt x="131918" y="95350"/>
                  <a:pt x="133324" y="97564"/>
                  <a:pt x="133324" y="100013"/>
                </a:cubicBezTo>
                <a:cubicBezTo>
                  <a:pt x="133324" y="102461"/>
                  <a:pt x="131918" y="104675"/>
                  <a:pt x="129704" y="105690"/>
                </a:cubicBezTo>
                <a:lnTo>
                  <a:pt x="72770" y="131996"/>
                </a:lnTo>
                <a:cubicBezTo>
                  <a:pt x="68889" y="133793"/>
                  <a:pt x="64409" y="133793"/>
                  <a:pt x="60528" y="131996"/>
                </a:cubicBezTo>
                <a:lnTo>
                  <a:pt x="3620" y="105690"/>
                </a:lnTo>
                <a:cubicBezTo>
                  <a:pt x="1406" y="104648"/>
                  <a:pt x="0" y="102435"/>
                  <a:pt x="0" y="100013"/>
                </a:cubicBezTo>
                <a:cubicBezTo>
                  <a:pt x="0" y="97590"/>
                  <a:pt x="1406" y="95350"/>
                  <a:pt x="3620" y="94335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6575107" y="2156343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Жеңіл архитектура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жеңіл қолдану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1270" y="246114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3350" y="66675"/>
                </a:moveTo>
                <a:cubicBezTo>
                  <a:pt x="133350" y="66909"/>
                  <a:pt x="133350" y="67144"/>
                  <a:pt x="133350" y="67378"/>
                </a:cubicBezTo>
                <a:cubicBezTo>
                  <a:pt x="133246" y="76885"/>
                  <a:pt x="124599" y="83344"/>
                  <a:pt x="115093" y="83344"/>
                </a:cubicBezTo>
                <a:lnTo>
                  <a:pt x="89595" y="83344"/>
                </a:lnTo>
                <a:cubicBezTo>
                  <a:pt x="82693" y="83344"/>
                  <a:pt x="77093" y="88943"/>
                  <a:pt x="77093" y="95845"/>
                </a:cubicBezTo>
                <a:cubicBezTo>
                  <a:pt x="77093" y="96731"/>
                  <a:pt x="77197" y="97590"/>
                  <a:pt x="77353" y="98424"/>
                </a:cubicBezTo>
                <a:cubicBezTo>
                  <a:pt x="77900" y="101080"/>
                  <a:pt x="79046" y="103633"/>
                  <a:pt x="80166" y="106211"/>
                </a:cubicBezTo>
                <a:cubicBezTo>
                  <a:pt x="81755" y="109805"/>
                  <a:pt x="83318" y="113374"/>
                  <a:pt x="83318" y="117150"/>
                </a:cubicBezTo>
                <a:cubicBezTo>
                  <a:pt x="83318" y="125432"/>
                  <a:pt x="77692" y="132959"/>
                  <a:pt x="69410" y="133298"/>
                </a:cubicBezTo>
                <a:cubicBezTo>
                  <a:pt x="68498" y="133324"/>
                  <a:pt x="67587" y="133350"/>
                  <a:pt x="66649" y="133350"/>
                </a:cubicBezTo>
                <a:cubicBezTo>
                  <a:pt x="29821" y="133350"/>
                  <a:pt x="-26" y="103503"/>
                  <a:pt x="-26" y="66675"/>
                </a:cubicBezTo>
                <a:cubicBezTo>
                  <a:pt x="-26" y="29847"/>
                  <a:pt x="29847" y="0"/>
                  <a:pt x="66675" y="0"/>
                </a:cubicBezTo>
                <a:cubicBezTo>
                  <a:pt x="103503" y="0"/>
                  <a:pt x="133350" y="29847"/>
                  <a:pt x="133350" y="66675"/>
                </a:cubicBezTo>
                <a:close/>
                <a:moveTo>
                  <a:pt x="33337" y="75009"/>
                </a:moveTo>
                <a:cubicBezTo>
                  <a:pt x="33337" y="70410"/>
                  <a:pt x="29603" y="66675"/>
                  <a:pt x="25003" y="66675"/>
                </a:cubicBezTo>
                <a:cubicBezTo>
                  <a:pt x="20403" y="66675"/>
                  <a:pt x="16669" y="70410"/>
                  <a:pt x="16669" y="75009"/>
                </a:cubicBezTo>
                <a:cubicBezTo>
                  <a:pt x="16669" y="79609"/>
                  <a:pt x="20403" y="83344"/>
                  <a:pt x="25003" y="83344"/>
                </a:cubicBezTo>
                <a:cubicBezTo>
                  <a:pt x="29603" y="83344"/>
                  <a:pt x="33337" y="79609"/>
                  <a:pt x="33337" y="75009"/>
                </a:cubicBezTo>
                <a:close/>
                <a:moveTo>
                  <a:pt x="33337" y="50006"/>
                </a:moveTo>
                <a:cubicBezTo>
                  <a:pt x="37937" y="50006"/>
                  <a:pt x="41672" y="46272"/>
                  <a:pt x="41672" y="41672"/>
                </a:cubicBezTo>
                <a:cubicBezTo>
                  <a:pt x="41672" y="37072"/>
                  <a:pt x="37937" y="33337"/>
                  <a:pt x="33337" y="33337"/>
                </a:cubicBezTo>
                <a:cubicBezTo>
                  <a:pt x="28738" y="33337"/>
                  <a:pt x="25003" y="37072"/>
                  <a:pt x="25003" y="41672"/>
                </a:cubicBezTo>
                <a:cubicBezTo>
                  <a:pt x="25003" y="46272"/>
                  <a:pt x="28738" y="50006"/>
                  <a:pt x="33337" y="50006"/>
                </a:cubicBezTo>
                <a:close/>
                <a:moveTo>
                  <a:pt x="75009" y="25003"/>
                </a:moveTo>
                <a:cubicBezTo>
                  <a:pt x="75009" y="20403"/>
                  <a:pt x="71275" y="16669"/>
                  <a:pt x="66675" y="16669"/>
                </a:cubicBezTo>
                <a:cubicBezTo>
                  <a:pt x="62075" y="16669"/>
                  <a:pt x="58341" y="20403"/>
                  <a:pt x="58341" y="25003"/>
                </a:cubicBezTo>
                <a:cubicBezTo>
                  <a:pt x="58341" y="29603"/>
                  <a:pt x="62075" y="33337"/>
                  <a:pt x="66675" y="33337"/>
                </a:cubicBezTo>
                <a:cubicBezTo>
                  <a:pt x="71275" y="33337"/>
                  <a:pt x="75009" y="29603"/>
                  <a:pt x="75009" y="25003"/>
                </a:cubicBezTo>
                <a:close/>
                <a:moveTo>
                  <a:pt x="100013" y="50006"/>
                </a:moveTo>
                <a:cubicBezTo>
                  <a:pt x="104612" y="50006"/>
                  <a:pt x="108347" y="46272"/>
                  <a:pt x="108347" y="41672"/>
                </a:cubicBezTo>
                <a:cubicBezTo>
                  <a:pt x="108347" y="37072"/>
                  <a:pt x="104612" y="33337"/>
                  <a:pt x="100013" y="33337"/>
                </a:cubicBezTo>
                <a:cubicBezTo>
                  <a:pt x="95413" y="33337"/>
                  <a:pt x="91678" y="37072"/>
                  <a:pt x="91678" y="41672"/>
                </a:cubicBezTo>
                <a:cubicBezTo>
                  <a:pt x="91678" y="46272"/>
                  <a:pt x="95413" y="50006"/>
                  <a:pt x="100013" y="50006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575107" y="242304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Космостық дизайн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заманауи эстетика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9604" y="272784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6575107" y="2689743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NASA дереккөздері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– сенімді ақпарат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6010" y="3158371"/>
            <a:ext cx="5627370" cy="1131570"/>
          </a:xfrm>
          <a:custGeom>
            <a:avLst/>
            <a:gdLst/>
            <a:ahLst/>
            <a:cxnLst/>
            <a:rect l="l" t="t" r="r" b="b"/>
            <a:pathLst>
              <a:path w="5627370" h="1131570">
                <a:moveTo>
                  <a:pt x="114300" y="0"/>
                </a:moveTo>
                <a:lnTo>
                  <a:pt x="5513070" y="0"/>
                </a:lnTo>
                <a:cubicBezTo>
                  <a:pt x="5576196" y="0"/>
                  <a:pt x="5627370" y="51174"/>
                  <a:pt x="5627370" y="114300"/>
                </a:cubicBezTo>
                <a:lnTo>
                  <a:pt x="5627370" y="1017270"/>
                </a:lnTo>
                <a:cubicBezTo>
                  <a:pt x="5627370" y="1080396"/>
                  <a:pt x="5576196" y="1131570"/>
                  <a:pt x="5513070" y="1131570"/>
                </a:cubicBezTo>
                <a:lnTo>
                  <a:pt x="114300" y="1131570"/>
                </a:lnTo>
                <a:cubicBezTo>
                  <a:pt x="51174" y="1131570"/>
                  <a:pt x="0" y="1080396"/>
                  <a:pt x="0" y="10172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56032" y="336220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6551295" y="3314579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5E7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Қазақ тіліндегі ресурс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32220" y="3695579"/>
            <a:ext cx="53816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Жоба </a:t>
            </a:r>
            <a:r>
              <a:rPr lang="en-US" sz="1050" b="1" dirty="0">
                <a:solidFill>
                  <a:srgbClr val="E5E7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қазақ тіліндегі ғылыми-білім беру ресурстарының дамуына</a:t>
            </a: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үлес қосады. Бұл студенттер мен зерттеушілер үшін қолжетімді платформа.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5665595"/>
            <a:ext cx="11418570" cy="807720"/>
          </a:xfrm>
          <a:custGeom>
            <a:avLst/>
            <a:gdLst/>
            <a:ahLst/>
            <a:cxnLst/>
            <a:rect l="l" t="t" r="r" b="b"/>
            <a:pathLst>
              <a:path w="11418570" h="807720">
                <a:moveTo>
                  <a:pt x="114300" y="0"/>
                </a:moveTo>
                <a:lnTo>
                  <a:pt x="11304270" y="0"/>
                </a:lnTo>
                <a:cubicBezTo>
                  <a:pt x="11367396" y="0"/>
                  <a:pt x="11418570" y="51174"/>
                  <a:pt x="11418570" y="114300"/>
                </a:cubicBezTo>
                <a:lnTo>
                  <a:pt x="11418570" y="693420"/>
                </a:lnTo>
                <a:cubicBezTo>
                  <a:pt x="11418570" y="756546"/>
                  <a:pt x="11367396" y="807720"/>
                  <a:pt x="113042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80986" y="5821803"/>
            <a:ext cx="68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F46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23849" y="6164703"/>
            <a:ext cx="600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Нысандар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99673" y="5878832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5242560" y="5821803"/>
            <a:ext cx="514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6B6D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85423" y="6164703"/>
            <a:ext cx="428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Типтер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93845" y="5878832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236732" y="5821803"/>
            <a:ext cx="628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79595" y="6164703"/>
            <a:ext cx="542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Дереккөз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097078" y="5878832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7339965" y="5821803"/>
            <a:ext cx="771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9731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82828" y="6164703"/>
            <a:ext cx="685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Платформа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02be58468d991cc011cc896eb97919a37070855e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50816">
                  <a:alpha val="80000"/>
                </a:srgbClr>
              </a:gs>
              <a:gs pos="50000">
                <a:srgbClr val="050816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1325882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F46E5"/>
              </a:gs>
              <a:gs pos="100000">
                <a:srgbClr val="06B6D4"/>
              </a:gs>
            </a:gsLst>
            <a:lin ang="2700000" scaled="1"/>
          </a:gra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24550" y="1611632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5725" y="214313"/>
                </a:moveTo>
                <a:lnTo>
                  <a:pt x="16408" y="214313"/>
                </a:lnTo>
                <a:cubicBezTo>
                  <a:pt x="-268" y="214313"/>
                  <a:pt x="-10515" y="196163"/>
                  <a:pt x="-1942" y="181831"/>
                </a:cubicBezTo>
                <a:lnTo>
                  <a:pt x="33486" y="122761"/>
                </a:lnTo>
                <a:cubicBezTo>
                  <a:pt x="39313" y="113050"/>
                  <a:pt x="49761" y="107156"/>
                  <a:pt x="61079" y="107156"/>
                </a:cubicBezTo>
                <a:lnTo>
                  <a:pt x="124703" y="107156"/>
                </a:lnTo>
                <a:cubicBezTo>
                  <a:pt x="175669" y="20828"/>
                  <a:pt x="251683" y="16475"/>
                  <a:pt x="302515" y="23909"/>
                </a:cubicBezTo>
                <a:cubicBezTo>
                  <a:pt x="311088" y="25182"/>
                  <a:pt x="317785" y="31879"/>
                  <a:pt x="318991" y="40385"/>
                </a:cubicBezTo>
                <a:cubicBezTo>
                  <a:pt x="326425" y="91217"/>
                  <a:pt x="322072" y="167231"/>
                  <a:pt x="235744" y="218197"/>
                </a:cubicBezTo>
                <a:lnTo>
                  <a:pt x="235744" y="281821"/>
                </a:lnTo>
                <a:cubicBezTo>
                  <a:pt x="235744" y="293139"/>
                  <a:pt x="229850" y="303587"/>
                  <a:pt x="220139" y="309414"/>
                </a:cubicBezTo>
                <a:lnTo>
                  <a:pt x="161069" y="344842"/>
                </a:lnTo>
                <a:cubicBezTo>
                  <a:pt x="146804" y="353415"/>
                  <a:pt x="128588" y="343101"/>
                  <a:pt x="128588" y="326492"/>
                </a:cubicBezTo>
                <a:lnTo>
                  <a:pt x="128588" y="257175"/>
                </a:lnTo>
                <a:cubicBezTo>
                  <a:pt x="128588" y="233534"/>
                  <a:pt x="109366" y="214313"/>
                  <a:pt x="85725" y="214313"/>
                </a:cubicBezTo>
                <a:lnTo>
                  <a:pt x="85658" y="214313"/>
                </a:lnTo>
                <a:close/>
                <a:moveTo>
                  <a:pt x="267891" y="107156"/>
                </a:moveTo>
                <a:cubicBezTo>
                  <a:pt x="267891" y="89414"/>
                  <a:pt x="253486" y="75009"/>
                  <a:pt x="235744" y="75009"/>
                </a:cubicBezTo>
                <a:cubicBezTo>
                  <a:pt x="218001" y="75009"/>
                  <a:pt x="203597" y="89414"/>
                  <a:pt x="203597" y="107156"/>
                </a:cubicBezTo>
                <a:cubicBezTo>
                  <a:pt x="203597" y="124899"/>
                  <a:pt x="218001" y="139303"/>
                  <a:pt x="235744" y="139303"/>
                </a:cubicBezTo>
                <a:cubicBezTo>
                  <a:pt x="253486" y="139303"/>
                  <a:pt x="267891" y="124899"/>
                  <a:pt x="267891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145881" y="2369818"/>
            <a:ext cx="1900238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gradFill flip="none" rotWithShape="1">
                  <a:gsLst>
                    <a:gs pos="0">
                      <a:srgbClr val="E5E7EB"/>
                    </a:gs>
                    <a:gs pos="50000">
                      <a:srgbClr val="A5B4FC"/>
                    </a:gs>
                    <a:gs pos="100000">
                      <a:srgbClr val="06B6D4"/>
                    </a:gs>
                  </a:gsLst>
                  <a:lin ang="0" scaled="1"/>
                </a:gradFill>
                <a:latin typeface="Liter" pitchFamily="34" charset="0"/>
                <a:ea typeface="Liter" pitchFamily="34" charset="-122"/>
                <a:cs typeface="Liter" pitchFamily="34" charset="-120"/>
              </a:rPr>
              <a:t>Рахмет!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68848" y="3078482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Сұрақтар қойыңыздар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454604" y="3958592"/>
            <a:ext cx="941070" cy="807720"/>
          </a:xfrm>
          <a:custGeom>
            <a:avLst/>
            <a:gdLst/>
            <a:ahLst/>
            <a:cxnLst/>
            <a:rect l="l" t="t" r="r" b="b"/>
            <a:pathLst>
              <a:path w="941070" h="807720">
                <a:moveTo>
                  <a:pt x="114300" y="0"/>
                </a:moveTo>
                <a:lnTo>
                  <a:pt x="826770" y="0"/>
                </a:lnTo>
                <a:cubicBezTo>
                  <a:pt x="889896" y="0"/>
                  <a:pt x="941070" y="51174"/>
                  <a:pt x="941070" y="114300"/>
                </a:cubicBezTo>
                <a:lnTo>
                  <a:pt x="941070" y="693420"/>
                </a:lnTo>
                <a:cubicBezTo>
                  <a:pt x="941070" y="756546"/>
                  <a:pt x="889896" y="807720"/>
                  <a:pt x="8267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4F46E5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8696" y="4114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4577477" y="44196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Байланыс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627608" y="3958592"/>
            <a:ext cx="941070" cy="807720"/>
          </a:xfrm>
          <a:custGeom>
            <a:avLst/>
            <a:gdLst/>
            <a:ahLst/>
            <a:cxnLst/>
            <a:rect l="l" t="t" r="r" b="b"/>
            <a:pathLst>
              <a:path w="941070" h="807720">
                <a:moveTo>
                  <a:pt x="114300" y="0"/>
                </a:moveTo>
                <a:lnTo>
                  <a:pt x="826770" y="0"/>
                </a:lnTo>
                <a:cubicBezTo>
                  <a:pt x="889896" y="0"/>
                  <a:pt x="941070" y="51174"/>
                  <a:pt x="941070" y="114300"/>
                </a:cubicBezTo>
                <a:lnTo>
                  <a:pt x="941070" y="693420"/>
                </a:lnTo>
                <a:cubicBezTo>
                  <a:pt x="941070" y="756546"/>
                  <a:pt x="889896" y="807720"/>
                  <a:pt x="8267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06B6D4">
                <a:alpha val="30196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1700" y="4114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118" y="125016"/>
                </a:moveTo>
                <a:lnTo>
                  <a:pt x="71884" y="125016"/>
                </a:lnTo>
                <a:cubicBezTo>
                  <a:pt x="73179" y="153814"/>
                  <a:pt x="79564" y="180335"/>
                  <a:pt x="88627" y="199757"/>
                </a:cubicBezTo>
                <a:cubicBezTo>
                  <a:pt x="93717" y="210696"/>
                  <a:pt x="99209" y="218420"/>
                  <a:pt x="104299" y="223153"/>
                </a:cubicBezTo>
                <a:cubicBezTo>
                  <a:pt x="109299" y="227841"/>
                  <a:pt x="112737" y="228600"/>
                  <a:pt x="114523" y="228600"/>
                </a:cubicBezTo>
                <a:cubicBezTo>
                  <a:pt x="116309" y="228600"/>
                  <a:pt x="119747" y="227841"/>
                  <a:pt x="124748" y="223153"/>
                </a:cubicBezTo>
                <a:cubicBezTo>
                  <a:pt x="129838" y="218420"/>
                  <a:pt x="135329" y="210651"/>
                  <a:pt x="140419" y="199757"/>
                </a:cubicBezTo>
                <a:cubicBezTo>
                  <a:pt x="149483" y="180335"/>
                  <a:pt x="155868" y="153814"/>
                  <a:pt x="157162" y="125016"/>
                </a:cubicBezTo>
                <a:close/>
                <a:moveTo>
                  <a:pt x="71839" y="103584"/>
                </a:moveTo>
                <a:lnTo>
                  <a:pt x="157073" y="103584"/>
                </a:lnTo>
                <a:cubicBezTo>
                  <a:pt x="155823" y="74786"/>
                  <a:pt x="149438" y="48265"/>
                  <a:pt x="140375" y="28843"/>
                </a:cubicBezTo>
                <a:cubicBezTo>
                  <a:pt x="135285" y="17949"/>
                  <a:pt x="129793" y="10180"/>
                  <a:pt x="124703" y="5447"/>
                </a:cubicBezTo>
                <a:cubicBezTo>
                  <a:pt x="119702" y="759"/>
                  <a:pt x="116265" y="0"/>
                  <a:pt x="114479" y="0"/>
                </a:cubicBezTo>
                <a:cubicBezTo>
                  <a:pt x="112693" y="0"/>
                  <a:pt x="109255" y="759"/>
                  <a:pt x="104254" y="5447"/>
                </a:cubicBezTo>
                <a:cubicBezTo>
                  <a:pt x="99164" y="10180"/>
                  <a:pt x="93672" y="17949"/>
                  <a:pt x="88582" y="28843"/>
                </a:cubicBezTo>
                <a:cubicBezTo>
                  <a:pt x="79519" y="48265"/>
                  <a:pt x="73134" y="74786"/>
                  <a:pt x="71839" y="103584"/>
                </a:cubicBezTo>
                <a:close/>
                <a:moveTo>
                  <a:pt x="50408" y="103584"/>
                </a:moveTo>
                <a:cubicBezTo>
                  <a:pt x="51971" y="65365"/>
                  <a:pt x="61838" y="29870"/>
                  <a:pt x="76260" y="6563"/>
                </a:cubicBezTo>
                <a:cubicBezTo>
                  <a:pt x="35138" y="21119"/>
                  <a:pt x="4867" y="58579"/>
                  <a:pt x="670" y="103584"/>
                </a:cubicBezTo>
                <a:lnTo>
                  <a:pt x="50408" y="103584"/>
                </a:lnTo>
                <a:close/>
                <a:moveTo>
                  <a:pt x="670" y="125016"/>
                </a:moveTo>
                <a:cubicBezTo>
                  <a:pt x="4867" y="170021"/>
                  <a:pt x="35138" y="207481"/>
                  <a:pt x="76260" y="222037"/>
                </a:cubicBezTo>
                <a:cubicBezTo>
                  <a:pt x="61838" y="198730"/>
                  <a:pt x="51971" y="163235"/>
                  <a:pt x="50408" y="125016"/>
                </a:cubicBezTo>
                <a:lnTo>
                  <a:pt x="670" y="125016"/>
                </a:lnTo>
                <a:close/>
                <a:moveTo>
                  <a:pt x="178549" y="125016"/>
                </a:moveTo>
                <a:cubicBezTo>
                  <a:pt x="176986" y="163235"/>
                  <a:pt x="167119" y="198730"/>
                  <a:pt x="152698" y="222037"/>
                </a:cubicBezTo>
                <a:cubicBezTo>
                  <a:pt x="193819" y="207437"/>
                  <a:pt x="224091" y="170021"/>
                  <a:pt x="228287" y="125016"/>
                </a:cubicBezTo>
                <a:lnTo>
                  <a:pt x="178549" y="125016"/>
                </a:lnTo>
                <a:close/>
                <a:moveTo>
                  <a:pt x="228287" y="103584"/>
                </a:moveTo>
                <a:cubicBezTo>
                  <a:pt x="224091" y="58579"/>
                  <a:pt x="193819" y="21119"/>
                  <a:pt x="152698" y="6563"/>
                </a:cubicBezTo>
                <a:cubicBezTo>
                  <a:pt x="167119" y="29870"/>
                  <a:pt x="176986" y="65365"/>
                  <a:pt x="178549" y="103584"/>
                </a:cubicBezTo>
                <a:lnTo>
                  <a:pt x="228287" y="103584"/>
                </a:ln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13" name="Text 10"/>
          <p:cNvSpPr/>
          <p:nvPr/>
        </p:nvSpPr>
        <p:spPr>
          <a:xfrm>
            <a:off x="5750481" y="44196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Веб-сайт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00612" y="3958592"/>
            <a:ext cx="941070" cy="807720"/>
          </a:xfrm>
          <a:custGeom>
            <a:avLst/>
            <a:gdLst/>
            <a:ahLst/>
            <a:cxnLst/>
            <a:rect l="l" t="t" r="r" b="b"/>
            <a:pathLst>
              <a:path w="941070" h="807720">
                <a:moveTo>
                  <a:pt x="114300" y="0"/>
                </a:moveTo>
                <a:lnTo>
                  <a:pt x="826770" y="0"/>
                </a:lnTo>
                <a:cubicBezTo>
                  <a:pt x="889896" y="0"/>
                  <a:pt x="941070" y="51174"/>
                  <a:pt x="941070" y="114300"/>
                </a:cubicBezTo>
                <a:lnTo>
                  <a:pt x="941070" y="693420"/>
                </a:lnTo>
                <a:cubicBezTo>
                  <a:pt x="941070" y="756546"/>
                  <a:pt x="889896" y="807720"/>
                  <a:pt x="826770" y="807720"/>
                </a:cubicBezTo>
                <a:lnTo>
                  <a:pt x="114300" y="807720"/>
                </a:lnTo>
                <a:cubicBezTo>
                  <a:pt x="51216" y="807720"/>
                  <a:pt x="0" y="756504"/>
                  <a:pt x="0" y="69342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016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40416" y="4114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6923484" y="44196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16617" y="5151118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© 2025 Space Explorer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21379" y="5379718"/>
            <a:ext cx="1552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CA3A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Ғарыш нысандарын зерттеу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1408</Words>
  <Application>Microsoft Office PowerPoint</Application>
  <PresentationFormat>Произвольный</PresentationFormat>
  <Paragraphs>360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Coda</vt:lpstr>
      <vt:lpstr>微软雅黑</vt:lpstr>
      <vt:lpstr>Quattrocento Sans</vt:lpstr>
      <vt:lpstr>MiSans</vt:lpstr>
      <vt:lpstr>Liter</vt:lpstr>
      <vt:lpstr>Calibri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Explorer – Ғарыш нысандарын зерттеу</dc:title>
  <dc:subject>Space Explorer – Ғарыш нысандарын зерттеу</dc:subject>
  <dc:creator>Kimi</dc:creator>
  <cp:lastModifiedBy>Nur</cp:lastModifiedBy>
  <cp:revision>3</cp:revision>
  <dcterms:created xsi:type="dcterms:W3CDTF">2026-02-27T07:16:51Z</dcterms:created>
  <dcterms:modified xsi:type="dcterms:W3CDTF">2026-02-27T07:39:49Z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{"Label":"Space Explorer – Ғарыш нысандарын зерттеу","ContentProducer":"001191110108MACG2KBH8F10000","ProduceID":"19c9de92-8e92-88a5-8000-000003a80862","ReservedCode1":"","ContentPropagator":"001191110108MACG2KBH8F20000","PropagateID":"19c9de92-8e92-88a5-</vt:lpwstr>
  </property>
</Properties>
</file>